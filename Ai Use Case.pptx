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62.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61.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64.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56.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12" r:id="rId4"/>
    <p:sldMasterId id="2147483713" r:id="rId5"/>
  </p:sldMasterIdLst>
  <p:notesMasterIdLst>
    <p:notesMasterId r:id="rId6"/>
  </p:notesMasterIdLst>
  <p:sldIdLst>
    <p:sldId id="256" r:id="rId7"/>
    <p:sldId id="257" r:id="rId8"/>
    <p:sldId id="258" r:id="rId9"/>
    <p:sldId id="259" r:id="rId10"/>
    <p:sldId id="260" r:id="rId11"/>
    <p:sldId id="261" r:id="rId12"/>
  </p:sldIdLst>
  <p:sldSz cy="5143500" cx="9144000"/>
  <p:notesSz cx="6858000" cy="9144000"/>
  <p:embeddedFontLst>
    <p:embeddedFont>
      <p:font typeface="Albert Sans"/>
      <p:regular r:id="rId13"/>
      <p:bold r:id="rId14"/>
      <p:italic r:id="rId15"/>
      <p:boldItalic r:id="rId16"/>
    </p:embeddedFont>
    <p:embeddedFont>
      <p:font typeface="Nanum Myeongjo"/>
      <p:regular r:id="rId17"/>
      <p:bold r:id="rId1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font" Target="fonts/AlbertSans-regular.fntdata"/><Relationship Id="rId12" Type="http://schemas.openxmlformats.org/officeDocument/2006/relationships/slide" Target="slides/slide6.xml"/><Relationship Id="rId15" Type="http://schemas.openxmlformats.org/officeDocument/2006/relationships/font" Target="fonts/AlbertSans-italic.fntdata"/><Relationship Id="rId14" Type="http://schemas.openxmlformats.org/officeDocument/2006/relationships/font" Target="fonts/AlbertSans-bold.fntdata"/><Relationship Id="rId17" Type="http://schemas.openxmlformats.org/officeDocument/2006/relationships/font" Target="fonts/NanumMyeongjo-regular.fntdata"/><Relationship Id="rId16" Type="http://schemas.openxmlformats.org/officeDocument/2006/relationships/font" Target="fonts/AlbertSans-boldItalic.fntdata"/><Relationship Id="rId18" Type="http://schemas.openxmlformats.org/officeDocument/2006/relationships/font" Target="fonts/NanumMyeongjo-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2" name="Shape 402"/>
        <p:cNvGrpSpPr/>
        <p:nvPr/>
      </p:nvGrpSpPr>
      <p:grpSpPr>
        <a:xfrm>
          <a:off x="0" y="0"/>
          <a:ext cx="0" cy="0"/>
          <a:chOff x="0" y="0"/>
          <a:chExt cx="0" cy="0"/>
        </a:xfrm>
      </p:grpSpPr>
      <p:sp>
        <p:nvSpPr>
          <p:cNvPr id="403" name="Google Shape;403;g32da2f68ec1_0_9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4" name="Google Shape;404;g32da2f68ec1_0_9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 name="Shape 415"/>
        <p:cNvGrpSpPr/>
        <p:nvPr/>
      </p:nvGrpSpPr>
      <p:grpSpPr>
        <a:xfrm>
          <a:off x="0" y="0"/>
          <a:ext cx="0" cy="0"/>
          <a:chOff x="0" y="0"/>
          <a:chExt cx="0" cy="0"/>
        </a:xfrm>
      </p:grpSpPr>
      <p:sp>
        <p:nvSpPr>
          <p:cNvPr id="416" name="Google Shape;416;g32da2f68ec1_0_13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7" name="Google Shape;417;g32da2f68ec1_0_13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3" name="Shape 423"/>
        <p:cNvGrpSpPr/>
        <p:nvPr/>
      </p:nvGrpSpPr>
      <p:grpSpPr>
        <a:xfrm>
          <a:off x="0" y="0"/>
          <a:ext cx="0" cy="0"/>
          <a:chOff x="0" y="0"/>
          <a:chExt cx="0" cy="0"/>
        </a:xfrm>
      </p:grpSpPr>
      <p:sp>
        <p:nvSpPr>
          <p:cNvPr id="424" name="Google Shape;424;g33e01efe4e4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5" name="Google Shape;425;g33e01efe4e4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1" name="Shape 431"/>
        <p:cNvGrpSpPr/>
        <p:nvPr/>
      </p:nvGrpSpPr>
      <p:grpSpPr>
        <a:xfrm>
          <a:off x="0" y="0"/>
          <a:ext cx="0" cy="0"/>
          <a:chOff x="0" y="0"/>
          <a:chExt cx="0" cy="0"/>
        </a:xfrm>
      </p:grpSpPr>
      <p:sp>
        <p:nvSpPr>
          <p:cNvPr id="432" name="Google Shape;432;g33e01efe4e4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3" name="Google Shape;433;g33e01efe4e4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g33e01efe4e4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1" name="Google Shape;441;g33e01efe4e4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7" name="Shape 447"/>
        <p:cNvGrpSpPr/>
        <p:nvPr/>
      </p:nvGrpSpPr>
      <p:grpSpPr>
        <a:xfrm>
          <a:off x="0" y="0"/>
          <a:ext cx="0" cy="0"/>
          <a:chOff x="0" y="0"/>
          <a:chExt cx="0" cy="0"/>
        </a:xfrm>
      </p:grpSpPr>
      <p:sp>
        <p:nvSpPr>
          <p:cNvPr id="448" name="Google Shape;448;g32da2f68ec1_0_13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9" name="Google Shape;449;g32da2f68ec1_0_13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type="title">
  <p:cSld name="TITLE">
    <p:spTree>
      <p:nvGrpSpPr>
        <p:cNvPr id="53" name="Shape 53"/>
        <p:cNvGrpSpPr/>
        <p:nvPr/>
      </p:nvGrpSpPr>
      <p:grpSpPr>
        <a:xfrm>
          <a:off x="0" y="0"/>
          <a:ext cx="0" cy="0"/>
          <a:chOff x="0" y="0"/>
          <a:chExt cx="0" cy="0"/>
        </a:xfrm>
      </p:grpSpPr>
      <p:sp>
        <p:nvSpPr>
          <p:cNvPr id="54" name="Google Shape;54;p14"/>
          <p:cNvSpPr/>
          <p:nvPr>
            <p:ph idx="2" type="pic"/>
          </p:nvPr>
        </p:nvSpPr>
        <p:spPr>
          <a:xfrm>
            <a:off x="8596800" y="223475"/>
            <a:ext cx="318600" cy="318600"/>
          </a:xfrm>
          <a:prstGeom prst="ellipse">
            <a:avLst/>
          </a:prstGeom>
          <a:noFill/>
          <a:ln>
            <a:noFill/>
          </a:ln>
        </p:spPr>
      </p:sp>
      <p:sp>
        <p:nvSpPr>
          <p:cNvPr id="55" name="Google Shape;55;p14"/>
          <p:cNvSpPr txBox="1"/>
          <p:nvPr>
            <p:ph type="title"/>
          </p:nvPr>
        </p:nvSpPr>
        <p:spPr>
          <a:xfrm>
            <a:off x="3780304" y="889050"/>
            <a:ext cx="4446900" cy="1866000"/>
          </a:xfrm>
          <a:prstGeom prst="rect">
            <a:avLst/>
          </a:prstGeom>
        </p:spPr>
        <p:txBody>
          <a:bodyPr anchorCtr="0" anchor="t" bIns="91425" lIns="91425" spcFirstLastPara="1" rIns="91425" wrap="square" tIns="91425">
            <a:noAutofit/>
          </a:bodyPr>
          <a:lstStyle>
            <a:lvl1pPr lvl="0">
              <a:lnSpc>
                <a:spcPct val="86000"/>
              </a:lnSpc>
              <a:spcBef>
                <a:spcPts val="0"/>
              </a:spcBef>
              <a:spcAft>
                <a:spcPts val="0"/>
              </a:spcAft>
              <a:buSzPts val="7200"/>
              <a:buFont typeface="Nanum Myeongjo"/>
              <a:buNone/>
              <a:defRPr sz="7200"/>
            </a:lvl1pPr>
            <a:lvl2pPr lvl="1">
              <a:lnSpc>
                <a:spcPct val="86000"/>
              </a:lnSpc>
              <a:spcBef>
                <a:spcPts val="0"/>
              </a:spcBef>
              <a:spcAft>
                <a:spcPts val="0"/>
              </a:spcAft>
              <a:buSzPts val="1400"/>
              <a:buNone/>
              <a:defRPr/>
            </a:lvl2pPr>
            <a:lvl3pPr lvl="2">
              <a:lnSpc>
                <a:spcPct val="86000"/>
              </a:lnSpc>
              <a:spcBef>
                <a:spcPts val="0"/>
              </a:spcBef>
              <a:spcAft>
                <a:spcPts val="0"/>
              </a:spcAft>
              <a:buSzPts val="1400"/>
              <a:buNone/>
              <a:defRPr/>
            </a:lvl3pPr>
            <a:lvl4pPr lvl="3">
              <a:lnSpc>
                <a:spcPct val="86000"/>
              </a:lnSpc>
              <a:spcBef>
                <a:spcPts val="0"/>
              </a:spcBef>
              <a:spcAft>
                <a:spcPts val="0"/>
              </a:spcAft>
              <a:buSzPts val="1400"/>
              <a:buNone/>
              <a:defRPr/>
            </a:lvl4pPr>
            <a:lvl5pPr lvl="4">
              <a:lnSpc>
                <a:spcPct val="86000"/>
              </a:lnSpc>
              <a:spcBef>
                <a:spcPts val="0"/>
              </a:spcBef>
              <a:spcAft>
                <a:spcPts val="0"/>
              </a:spcAft>
              <a:buSzPts val="1400"/>
              <a:buNone/>
              <a:defRPr/>
            </a:lvl5pPr>
            <a:lvl6pPr lvl="5">
              <a:lnSpc>
                <a:spcPct val="86000"/>
              </a:lnSpc>
              <a:spcBef>
                <a:spcPts val="0"/>
              </a:spcBef>
              <a:spcAft>
                <a:spcPts val="0"/>
              </a:spcAft>
              <a:buSzPts val="1400"/>
              <a:buNone/>
              <a:defRPr/>
            </a:lvl6pPr>
            <a:lvl7pPr lvl="6">
              <a:lnSpc>
                <a:spcPct val="86000"/>
              </a:lnSpc>
              <a:spcBef>
                <a:spcPts val="0"/>
              </a:spcBef>
              <a:spcAft>
                <a:spcPts val="0"/>
              </a:spcAft>
              <a:buSzPts val="1400"/>
              <a:buNone/>
              <a:defRPr/>
            </a:lvl7pPr>
            <a:lvl8pPr lvl="7">
              <a:lnSpc>
                <a:spcPct val="86000"/>
              </a:lnSpc>
              <a:spcBef>
                <a:spcPts val="0"/>
              </a:spcBef>
              <a:spcAft>
                <a:spcPts val="0"/>
              </a:spcAft>
              <a:buSzPts val="1400"/>
              <a:buNone/>
              <a:defRPr/>
            </a:lvl8pPr>
            <a:lvl9pPr lvl="8">
              <a:lnSpc>
                <a:spcPct val="86000"/>
              </a:lnSpc>
              <a:spcBef>
                <a:spcPts val="0"/>
              </a:spcBef>
              <a:spcAft>
                <a:spcPts val="0"/>
              </a:spcAft>
              <a:buSzPts val="1400"/>
              <a:buNone/>
              <a:defRPr/>
            </a:lvl9pPr>
          </a:lstStyle>
          <a:p/>
        </p:txBody>
      </p:sp>
      <p:sp>
        <p:nvSpPr>
          <p:cNvPr id="56" name="Google Shape;56;p14"/>
          <p:cNvSpPr txBox="1"/>
          <p:nvPr>
            <p:ph idx="3" type="title"/>
          </p:nvPr>
        </p:nvSpPr>
        <p:spPr>
          <a:xfrm>
            <a:off x="3821131" y="380700"/>
            <a:ext cx="2743200" cy="3936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2"/>
              </a:buClr>
              <a:buSzPts val="1400"/>
              <a:buFont typeface="Albert Sans"/>
              <a:buNone/>
              <a:defRPr b="1" sz="1400">
                <a:solidFill>
                  <a:schemeClr val="lt2"/>
                </a:solidFill>
                <a:latin typeface="Albert Sans"/>
                <a:ea typeface="Albert Sans"/>
                <a:cs typeface="Albert Sans"/>
                <a:sym typeface="Albert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7" name="Google Shape;57;p14"/>
          <p:cNvSpPr txBox="1"/>
          <p:nvPr>
            <p:ph idx="1" type="subTitle"/>
          </p:nvPr>
        </p:nvSpPr>
        <p:spPr>
          <a:xfrm>
            <a:off x="3829943" y="4016050"/>
            <a:ext cx="1309200" cy="903900"/>
          </a:xfrm>
          <a:prstGeom prst="rect">
            <a:avLst/>
          </a:prstGeom>
        </p:spPr>
        <p:txBody>
          <a:bodyPr anchorCtr="0" anchor="t" bIns="91425" lIns="91425" spcFirstLastPara="1" rIns="91425" wrap="square" tIns="91425">
            <a:noAutofit/>
          </a:bodyPr>
          <a:lstStyle>
            <a:lvl1pPr lvl="0">
              <a:spcBef>
                <a:spcPts val="0"/>
              </a:spcBef>
              <a:spcAft>
                <a:spcPts val="0"/>
              </a:spcAft>
              <a:buSzPts val="1000"/>
              <a:buNone/>
              <a:defRPr b="0" sz="1000"/>
            </a:lvl1pPr>
            <a:lvl2pPr lvl="1">
              <a:spcBef>
                <a:spcPts val="0"/>
              </a:spcBef>
              <a:spcAft>
                <a:spcPts val="0"/>
              </a:spcAft>
              <a:buSzPts val="1400"/>
              <a:buNone/>
              <a:defRPr b="0"/>
            </a:lvl2pPr>
            <a:lvl3pPr lvl="2">
              <a:spcBef>
                <a:spcPts val="0"/>
              </a:spcBef>
              <a:spcAft>
                <a:spcPts val="0"/>
              </a:spcAft>
              <a:buSzPts val="1400"/>
              <a:buNone/>
              <a:defRPr b="0"/>
            </a:lvl3pPr>
            <a:lvl4pPr lvl="3">
              <a:spcBef>
                <a:spcPts val="0"/>
              </a:spcBef>
              <a:spcAft>
                <a:spcPts val="0"/>
              </a:spcAft>
              <a:buSzPts val="1400"/>
              <a:buNone/>
              <a:defRPr b="0"/>
            </a:lvl4pPr>
            <a:lvl5pPr lvl="4">
              <a:spcBef>
                <a:spcPts val="0"/>
              </a:spcBef>
              <a:spcAft>
                <a:spcPts val="0"/>
              </a:spcAft>
              <a:buSzPts val="1400"/>
              <a:buNone/>
              <a:defRPr b="0"/>
            </a:lvl5pPr>
            <a:lvl6pPr lvl="5">
              <a:spcBef>
                <a:spcPts val="0"/>
              </a:spcBef>
              <a:spcAft>
                <a:spcPts val="0"/>
              </a:spcAft>
              <a:buSzPts val="1400"/>
              <a:buNone/>
              <a:defRPr b="0"/>
            </a:lvl6pPr>
            <a:lvl7pPr lvl="6">
              <a:spcBef>
                <a:spcPts val="0"/>
              </a:spcBef>
              <a:spcAft>
                <a:spcPts val="0"/>
              </a:spcAft>
              <a:buSzPts val="1400"/>
              <a:buNone/>
              <a:defRPr b="0"/>
            </a:lvl7pPr>
            <a:lvl8pPr lvl="7">
              <a:spcBef>
                <a:spcPts val="0"/>
              </a:spcBef>
              <a:spcAft>
                <a:spcPts val="0"/>
              </a:spcAft>
              <a:buSzPts val="1400"/>
              <a:buNone/>
              <a:defRPr b="0"/>
            </a:lvl8pPr>
            <a:lvl9pPr lvl="8">
              <a:spcBef>
                <a:spcPts val="0"/>
              </a:spcBef>
              <a:spcAft>
                <a:spcPts val="0"/>
              </a:spcAft>
              <a:buSzPts val="1400"/>
              <a:buNone/>
              <a:defRPr b="0"/>
            </a:lvl9pPr>
          </a:lstStyle>
          <a:p/>
        </p:txBody>
      </p:sp>
      <p:sp>
        <p:nvSpPr>
          <p:cNvPr id="58" name="Google Shape;58;p14"/>
          <p:cNvSpPr txBox="1"/>
          <p:nvPr>
            <p:ph idx="4" type="subTitle"/>
          </p:nvPr>
        </p:nvSpPr>
        <p:spPr>
          <a:xfrm>
            <a:off x="5258968" y="4016050"/>
            <a:ext cx="1309200" cy="903900"/>
          </a:xfrm>
          <a:prstGeom prst="rect">
            <a:avLst/>
          </a:prstGeom>
        </p:spPr>
        <p:txBody>
          <a:bodyPr anchorCtr="0" anchor="t" bIns="91425" lIns="91425" spcFirstLastPara="1" rIns="91425" wrap="square" tIns="91425">
            <a:noAutofit/>
          </a:bodyPr>
          <a:lstStyle>
            <a:lvl1pPr lvl="0">
              <a:spcBef>
                <a:spcPts val="0"/>
              </a:spcBef>
              <a:spcAft>
                <a:spcPts val="0"/>
              </a:spcAft>
              <a:buSzPts val="1000"/>
              <a:buNone/>
              <a:defRPr b="0" sz="1000"/>
            </a:lvl1pPr>
            <a:lvl2pPr lvl="1">
              <a:spcBef>
                <a:spcPts val="0"/>
              </a:spcBef>
              <a:spcAft>
                <a:spcPts val="0"/>
              </a:spcAft>
              <a:buSzPts val="1400"/>
              <a:buNone/>
              <a:defRPr b="0"/>
            </a:lvl2pPr>
            <a:lvl3pPr lvl="2">
              <a:spcBef>
                <a:spcPts val="0"/>
              </a:spcBef>
              <a:spcAft>
                <a:spcPts val="0"/>
              </a:spcAft>
              <a:buSzPts val="1400"/>
              <a:buNone/>
              <a:defRPr b="0"/>
            </a:lvl3pPr>
            <a:lvl4pPr lvl="3">
              <a:spcBef>
                <a:spcPts val="0"/>
              </a:spcBef>
              <a:spcAft>
                <a:spcPts val="0"/>
              </a:spcAft>
              <a:buSzPts val="1400"/>
              <a:buNone/>
              <a:defRPr b="0"/>
            </a:lvl4pPr>
            <a:lvl5pPr lvl="4">
              <a:spcBef>
                <a:spcPts val="0"/>
              </a:spcBef>
              <a:spcAft>
                <a:spcPts val="0"/>
              </a:spcAft>
              <a:buSzPts val="1400"/>
              <a:buNone/>
              <a:defRPr b="0"/>
            </a:lvl5pPr>
            <a:lvl6pPr lvl="5">
              <a:spcBef>
                <a:spcPts val="0"/>
              </a:spcBef>
              <a:spcAft>
                <a:spcPts val="0"/>
              </a:spcAft>
              <a:buSzPts val="1400"/>
              <a:buNone/>
              <a:defRPr b="0"/>
            </a:lvl6pPr>
            <a:lvl7pPr lvl="6">
              <a:spcBef>
                <a:spcPts val="0"/>
              </a:spcBef>
              <a:spcAft>
                <a:spcPts val="0"/>
              </a:spcAft>
              <a:buSzPts val="1400"/>
              <a:buNone/>
              <a:defRPr b="0"/>
            </a:lvl7pPr>
            <a:lvl8pPr lvl="7">
              <a:spcBef>
                <a:spcPts val="0"/>
              </a:spcBef>
              <a:spcAft>
                <a:spcPts val="0"/>
              </a:spcAft>
              <a:buSzPts val="1400"/>
              <a:buNone/>
              <a:defRPr b="0"/>
            </a:lvl8pPr>
            <a:lvl9pPr lvl="8">
              <a:spcBef>
                <a:spcPts val="0"/>
              </a:spcBef>
              <a:spcAft>
                <a:spcPts val="0"/>
              </a:spcAft>
              <a:buSzPts val="1400"/>
              <a:buNone/>
              <a:defRPr b="0"/>
            </a:lvl9pPr>
          </a:lstStyle>
          <a:p/>
        </p:txBody>
      </p:sp>
      <p:sp>
        <p:nvSpPr>
          <p:cNvPr id="59" name="Google Shape;59;p14"/>
          <p:cNvSpPr/>
          <p:nvPr>
            <p:ph idx="5" type="pic"/>
          </p:nvPr>
        </p:nvSpPr>
        <p:spPr>
          <a:xfrm>
            <a:off x="228600" y="223475"/>
            <a:ext cx="2857200" cy="2348100"/>
          </a:xfrm>
          <a:prstGeom prst="round2SameRect">
            <a:avLst>
              <a:gd fmla="val 4621" name="adj1"/>
              <a:gd fmla="val 0" name="adj2"/>
            </a:avLst>
          </a:prstGeom>
          <a:noFill/>
          <a:ln>
            <a:noFill/>
          </a:ln>
        </p:spPr>
      </p:sp>
      <p:sp>
        <p:nvSpPr>
          <p:cNvPr id="60" name="Google Shape;60;p14"/>
          <p:cNvSpPr/>
          <p:nvPr>
            <p:ph idx="6" type="pic"/>
          </p:nvPr>
        </p:nvSpPr>
        <p:spPr>
          <a:xfrm rot="10800000">
            <a:off x="228600" y="2564446"/>
            <a:ext cx="2857200" cy="2348100"/>
          </a:xfrm>
          <a:prstGeom prst="round2SameRect">
            <a:avLst>
              <a:gd fmla="val 5506" name="adj1"/>
              <a:gd fmla="val 0" name="adj2"/>
            </a:avLst>
          </a:prstGeom>
          <a:noFill/>
          <a:ln>
            <a:noFill/>
          </a:ln>
        </p:spPr>
      </p:sp>
    </p:spTree>
  </p:cSld>
  <p:clrMapOvr>
    <a:masterClrMapping/>
  </p:clrMapOvr>
  <p:extLst>
    <p:ext uri="{DCECCB84-F9BA-43D5-87BE-67443E8EF086}">
      <p15:sldGuideLst>
        <p15:guide id="1" orient="horz" pos="1620">
          <p15:clr>
            <a:srgbClr val="E46962"/>
          </p15:clr>
        </p15:guide>
      </p15:sldGuideLst>
    </p:ext>
  </p:extLst>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 List of 4" type="secHead">
  <p:cSld name="SECTION_HEADER">
    <p:spTree>
      <p:nvGrpSpPr>
        <p:cNvPr id="61" name="Shape 61"/>
        <p:cNvGrpSpPr/>
        <p:nvPr/>
      </p:nvGrpSpPr>
      <p:grpSpPr>
        <a:xfrm>
          <a:off x="0" y="0"/>
          <a:ext cx="0" cy="0"/>
          <a:chOff x="0" y="0"/>
          <a:chExt cx="0" cy="0"/>
        </a:xfrm>
      </p:grpSpPr>
      <p:sp>
        <p:nvSpPr>
          <p:cNvPr id="62" name="Google Shape;62;p15"/>
          <p:cNvSpPr txBox="1"/>
          <p:nvPr>
            <p:ph type="title"/>
          </p:nvPr>
        </p:nvSpPr>
        <p:spPr>
          <a:xfrm>
            <a:off x="948175" y="797675"/>
            <a:ext cx="2852100" cy="26547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Clr>
                <a:schemeClr val="lt1"/>
              </a:buClr>
              <a:buSzPts val="4800"/>
              <a:buFont typeface="Albert Sans"/>
              <a:buNone/>
              <a:defRPr sz="4800">
                <a:latin typeface="Albert Sans"/>
                <a:ea typeface="Albert Sans"/>
                <a:cs typeface="Albert Sans"/>
                <a:sym typeface="Albert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5"/>
          <p:cNvSpPr txBox="1"/>
          <p:nvPr>
            <p:ph idx="2" type="title"/>
          </p:nvPr>
        </p:nvSpPr>
        <p:spPr>
          <a:xfrm>
            <a:off x="4469650" y="936450"/>
            <a:ext cx="4440300" cy="8178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2"/>
              </a:buClr>
              <a:buSzPts val="2400"/>
              <a:buFont typeface="Nanum Myeongjo"/>
              <a:buNone/>
              <a:defRPr>
                <a:solidFill>
                  <a:schemeClr val="dk2"/>
                </a:solidFill>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64" name="Google Shape;64;p15"/>
          <p:cNvSpPr txBox="1"/>
          <p:nvPr>
            <p:ph idx="3" type="title"/>
          </p:nvPr>
        </p:nvSpPr>
        <p:spPr>
          <a:xfrm>
            <a:off x="4469650" y="1754050"/>
            <a:ext cx="4440300" cy="8178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2"/>
              </a:buClr>
              <a:buSzPts val="2400"/>
              <a:buFont typeface="Nanum Myeongjo"/>
              <a:buNone/>
              <a:defRPr>
                <a:solidFill>
                  <a:schemeClr val="dk2"/>
                </a:solidFill>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65" name="Google Shape;65;p15"/>
          <p:cNvSpPr txBox="1"/>
          <p:nvPr>
            <p:ph idx="4" type="title"/>
          </p:nvPr>
        </p:nvSpPr>
        <p:spPr>
          <a:xfrm>
            <a:off x="4469650" y="2574700"/>
            <a:ext cx="4440300" cy="8178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2"/>
              </a:buClr>
              <a:buSzPts val="2400"/>
              <a:buFont typeface="Nanum Myeongjo"/>
              <a:buNone/>
              <a:defRPr>
                <a:solidFill>
                  <a:schemeClr val="dk2"/>
                </a:solidFill>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66" name="Google Shape;66;p15"/>
          <p:cNvSpPr txBox="1"/>
          <p:nvPr>
            <p:ph idx="5" type="title"/>
          </p:nvPr>
        </p:nvSpPr>
        <p:spPr>
          <a:xfrm>
            <a:off x="4454025" y="3395350"/>
            <a:ext cx="4453200" cy="8178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2"/>
              </a:buClr>
              <a:buSzPts val="2400"/>
              <a:buFont typeface="Nanum Myeongjo"/>
              <a:buNone/>
              <a:defRPr>
                <a:solidFill>
                  <a:schemeClr val="dk2"/>
                </a:solidFill>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67" name="Google Shape;67;p15"/>
          <p:cNvSpPr/>
          <p:nvPr>
            <p:ph idx="6" type="pic"/>
          </p:nvPr>
        </p:nvSpPr>
        <p:spPr>
          <a:xfrm>
            <a:off x="8596800" y="223475"/>
            <a:ext cx="318600" cy="318600"/>
          </a:xfrm>
          <a:prstGeom prst="ellipse">
            <a:avLst/>
          </a:prstGeom>
          <a:noFill/>
          <a:ln>
            <a:noFill/>
          </a:ln>
        </p:spPr>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Divider Purple">
  <p:cSld name="CUSTOM">
    <p:bg>
      <p:bgPr>
        <a:solidFill>
          <a:schemeClr val="lt2"/>
        </a:solidFill>
      </p:bgPr>
    </p:bg>
    <p:spTree>
      <p:nvGrpSpPr>
        <p:cNvPr id="68" name="Shape 68"/>
        <p:cNvGrpSpPr/>
        <p:nvPr/>
      </p:nvGrpSpPr>
      <p:grpSpPr>
        <a:xfrm>
          <a:off x="0" y="0"/>
          <a:ext cx="0" cy="0"/>
          <a:chOff x="0" y="0"/>
          <a:chExt cx="0" cy="0"/>
        </a:xfrm>
      </p:grpSpPr>
      <p:sp>
        <p:nvSpPr>
          <p:cNvPr id="69" name="Google Shape;69;p16"/>
          <p:cNvSpPr txBox="1"/>
          <p:nvPr>
            <p:ph type="title"/>
          </p:nvPr>
        </p:nvSpPr>
        <p:spPr>
          <a:xfrm>
            <a:off x="884890" y="1024150"/>
            <a:ext cx="6123900" cy="14751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Clr>
                <a:schemeClr val="dk2"/>
              </a:buClr>
              <a:buSzPts val="9600"/>
              <a:buFont typeface="Nanum Myeongjo"/>
              <a:buNone/>
              <a:defRPr sz="9600">
                <a:solidFill>
                  <a:schemeClr val="dk2"/>
                </a:solidFill>
              </a:defRPr>
            </a:lvl1pPr>
            <a:lvl2pPr lvl="1">
              <a:lnSpc>
                <a:spcPct val="80000"/>
              </a:lnSpc>
              <a:spcBef>
                <a:spcPts val="0"/>
              </a:spcBef>
              <a:spcAft>
                <a:spcPts val="0"/>
              </a:spcAft>
              <a:buSzPts val="1400"/>
              <a:buNone/>
              <a:defRPr/>
            </a:lvl2pPr>
            <a:lvl3pPr lvl="2">
              <a:lnSpc>
                <a:spcPct val="80000"/>
              </a:lnSpc>
              <a:spcBef>
                <a:spcPts val="0"/>
              </a:spcBef>
              <a:spcAft>
                <a:spcPts val="0"/>
              </a:spcAft>
              <a:buSzPts val="1400"/>
              <a:buNone/>
              <a:defRPr/>
            </a:lvl3pPr>
            <a:lvl4pPr lvl="3">
              <a:lnSpc>
                <a:spcPct val="80000"/>
              </a:lnSpc>
              <a:spcBef>
                <a:spcPts val="0"/>
              </a:spcBef>
              <a:spcAft>
                <a:spcPts val="0"/>
              </a:spcAft>
              <a:buSzPts val="1400"/>
              <a:buNone/>
              <a:defRPr/>
            </a:lvl4pPr>
            <a:lvl5pPr lvl="4">
              <a:lnSpc>
                <a:spcPct val="80000"/>
              </a:lnSpc>
              <a:spcBef>
                <a:spcPts val="0"/>
              </a:spcBef>
              <a:spcAft>
                <a:spcPts val="0"/>
              </a:spcAft>
              <a:buSzPts val="1400"/>
              <a:buNone/>
              <a:defRPr/>
            </a:lvl5pPr>
            <a:lvl6pPr lvl="5">
              <a:lnSpc>
                <a:spcPct val="80000"/>
              </a:lnSpc>
              <a:spcBef>
                <a:spcPts val="0"/>
              </a:spcBef>
              <a:spcAft>
                <a:spcPts val="0"/>
              </a:spcAft>
              <a:buSzPts val="1400"/>
              <a:buNone/>
              <a:defRPr/>
            </a:lvl6pPr>
            <a:lvl7pPr lvl="6">
              <a:lnSpc>
                <a:spcPct val="80000"/>
              </a:lnSpc>
              <a:spcBef>
                <a:spcPts val="0"/>
              </a:spcBef>
              <a:spcAft>
                <a:spcPts val="0"/>
              </a:spcAft>
              <a:buSzPts val="1400"/>
              <a:buNone/>
              <a:defRPr/>
            </a:lvl7pPr>
            <a:lvl8pPr lvl="7">
              <a:lnSpc>
                <a:spcPct val="80000"/>
              </a:lnSpc>
              <a:spcBef>
                <a:spcPts val="0"/>
              </a:spcBef>
              <a:spcAft>
                <a:spcPts val="0"/>
              </a:spcAft>
              <a:buSzPts val="1400"/>
              <a:buNone/>
              <a:defRPr/>
            </a:lvl8pPr>
            <a:lvl9pPr lvl="8">
              <a:lnSpc>
                <a:spcPct val="80000"/>
              </a:lnSpc>
              <a:spcBef>
                <a:spcPts val="0"/>
              </a:spcBef>
              <a:spcAft>
                <a:spcPts val="0"/>
              </a:spcAft>
              <a:buSzPts val="1400"/>
              <a:buNone/>
              <a:defRPr/>
            </a:lvl9pPr>
          </a:lstStyle>
          <a:p/>
        </p:txBody>
      </p:sp>
      <p:sp>
        <p:nvSpPr>
          <p:cNvPr id="70" name="Google Shape;70;p16"/>
          <p:cNvSpPr txBox="1"/>
          <p:nvPr>
            <p:ph idx="1" type="subTitle"/>
          </p:nvPr>
        </p:nvSpPr>
        <p:spPr>
          <a:xfrm>
            <a:off x="966811" y="321575"/>
            <a:ext cx="2304000" cy="3936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400"/>
              <a:buFont typeface="Albert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1" name="Google Shape;71;p16"/>
          <p:cNvSpPr/>
          <p:nvPr>
            <p:ph idx="2" type="pic"/>
          </p:nvPr>
        </p:nvSpPr>
        <p:spPr>
          <a:xfrm>
            <a:off x="8596800" y="223475"/>
            <a:ext cx="318600" cy="318600"/>
          </a:xfrm>
          <a:prstGeom prst="ellipse">
            <a:avLst/>
          </a:prstGeom>
          <a:noFill/>
          <a:ln>
            <a:noFill/>
          </a:ln>
        </p:spPr>
      </p:sp>
      <p:sp>
        <p:nvSpPr>
          <p:cNvPr id="72" name="Google Shape;72;p16"/>
          <p:cNvSpPr txBox="1"/>
          <p:nvPr>
            <p:ph idx="3" type="title"/>
          </p:nvPr>
        </p:nvSpPr>
        <p:spPr>
          <a:xfrm>
            <a:off x="7158725" y="4563900"/>
            <a:ext cx="1354500" cy="3936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2"/>
              </a:buClr>
              <a:buSzPts val="1000"/>
              <a:buFont typeface="Albert Sans"/>
              <a:buNone/>
              <a:defRPr sz="1000">
                <a:solidFill>
                  <a:schemeClr val="dk2"/>
                </a:solidFill>
                <a:latin typeface="Albert Sans"/>
                <a:ea typeface="Albert Sans"/>
                <a:cs typeface="Albert Sans"/>
                <a:sym typeface="Albert Sans"/>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Divider Green">
  <p:cSld name="CUSTOM_5">
    <p:bg>
      <p:bgPr>
        <a:solidFill>
          <a:schemeClr val="accent1"/>
        </a:solidFill>
      </p:bgPr>
    </p:bg>
    <p:spTree>
      <p:nvGrpSpPr>
        <p:cNvPr id="73" name="Shape 73"/>
        <p:cNvGrpSpPr/>
        <p:nvPr/>
      </p:nvGrpSpPr>
      <p:grpSpPr>
        <a:xfrm>
          <a:off x="0" y="0"/>
          <a:ext cx="0" cy="0"/>
          <a:chOff x="0" y="0"/>
          <a:chExt cx="0" cy="0"/>
        </a:xfrm>
      </p:grpSpPr>
      <p:sp>
        <p:nvSpPr>
          <p:cNvPr id="74" name="Google Shape;74;p17"/>
          <p:cNvSpPr/>
          <p:nvPr>
            <p:ph idx="2" type="pic"/>
          </p:nvPr>
        </p:nvSpPr>
        <p:spPr>
          <a:xfrm>
            <a:off x="8596800" y="223475"/>
            <a:ext cx="318600" cy="318600"/>
          </a:xfrm>
          <a:prstGeom prst="ellipse">
            <a:avLst/>
          </a:prstGeom>
          <a:noFill/>
          <a:ln>
            <a:noFill/>
          </a:ln>
        </p:spPr>
      </p:sp>
      <p:sp>
        <p:nvSpPr>
          <p:cNvPr id="75" name="Google Shape;75;p17"/>
          <p:cNvSpPr txBox="1"/>
          <p:nvPr>
            <p:ph type="title"/>
          </p:nvPr>
        </p:nvSpPr>
        <p:spPr>
          <a:xfrm>
            <a:off x="884890" y="1024150"/>
            <a:ext cx="6123900" cy="14751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Clr>
                <a:schemeClr val="dk2"/>
              </a:buClr>
              <a:buSzPts val="9600"/>
              <a:buFont typeface="Nanum Myeongjo"/>
              <a:buNone/>
              <a:defRPr sz="9600">
                <a:solidFill>
                  <a:schemeClr val="dk2"/>
                </a:solidFill>
              </a:defRPr>
            </a:lvl1pPr>
            <a:lvl2pPr lvl="1">
              <a:lnSpc>
                <a:spcPct val="80000"/>
              </a:lnSpc>
              <a:spcBef>
                <a:spcPts val="0"/>
              </a:spcBef>
              <a:spcAft>
                <a:spcPts val="0"/>
              </a:spcAft>
              <a:buSzPts val="1400"/>
              <a:buNone/>
              <a:defRPr/>
            </a:lvl2pPr>
            <a:lvl3pPr lvl="2">
              <a:lnSpc>
                <a:spcPct val="80000"/>
              </a:lnSpc>
              <a:spcBef>
                <a:spcPts val="0"/>
              </a:spcBef>
              <a:spcAft>
                <a:spcPts val="0"/>
              </a:spcAft>
              <a:buSzPts val="1400"/>
              <a:buNone/>
              <a:defRPr/>
            </a:lvl3pPr>
            <a:lvl4pPr lvl="3">
              <a:lnSpc>
                <a:spcPct val="80000"/>
              </a:lnSpc>
              <a:spcBef>
                <a:spcPts val="0"/>
              </a:spcBef>
              <a:spcAft>
                <a:spcPts val="0"/>
              </a:spcAft>
              <a:buSzPts val="1400"/>
              <a:buNone/>
              <a:defRPr/>
            </a:lvl4pPr>
            <a:lvl5pPr lvl="4">
              <a:lnSpc>
                <a:spcPct val="80000"/>
              </a:lnSpc>
              <a:spcBef>
                <a:spcPts val="0"/>
              </a:spcBef>
              <a:spcAft>
                <a:spcPts val="0"/>
              </a:spcAft>
              <a:buSzPts val="1400"/>
              <a:buNone/>
              <a:defRPr/>
            </a:lvl5pPr>
            <a:lvl6pPr lvl="5">
              <a:lnSpc>
                <a:spcPct val="80000"/>
              </a:lnSpc>
              <a:spcBef>
                <a:spcPts val="0"/>
              </a:spcBef>
              <a:spcAft>
                <a:spcPts val="0"/>
              </a:spcAft>
              <a:buSzPts val="1400"/>
              <a:buNone/>
              <a:defRPr/>
            </a:lvl6pPr>
            <a:lvl7pPr lvl="6">
              <a:lnSpc>
                <a:spcPct val="80000"/>
              </a:lnSpc>
              <a:spcBef>
                <a:spcPts val="0"/>
              </a:spcBef>
              <a:spcAft>
                <a:spcPts val="0"/>
              </a:spcAft>
              <a:buSzPts val="1400"/>
              <a:buNone/>
              <a:defRPr/>
            </a:lvl7pPr>
            <a:lvl8pPr lvl="7">
              <a:lnSpc>
                <a:spcPct val="80000"/>
              </a:lnSpc>
              <a:spcBef>
                <a:spcPts val="0"/>
              </a:spcBef>
              <a:spcAft>
                <a:spcPts val="0"/>
              </a:spcAft>
              <a:buSzPts val="1400"/>
              <a:buNone/>
              <a:defRPr/>
            </a:lvl8pPr>
            <a:lvl9pPr lvl="8">
              <a:lnSpc>
                <a:spcPct val="80000"/>
              </a:lnSpc>
              <a:spcBef>
                <a:spcPts val="0"/>
              </a:spcBef>
              <a:spcAft>
                <a:spcPts val="0"/>
              </a:spcAft>
              <a:buSzPts val="1400"/>
              <a:buNone/>
              <a:defRPr/>
            </a:lvl9pPr>
          </a:lstStyle>
          <a:p/>
        </p:txBody>
      </p:sp>
      <p:sp>
        <p:nvSpPr>
          <p:cNvPr id="76" name="Google Shape;76;p17"/>
          <p:cNvSpPr txBox="1"/>
          <p:nvPr>
            <p:ph idx="1" type="subTitle"/>
          </p:nvPr>
        </p:nvSpPr>
        <p:spPr>
          <a:xfrm>
            <a:off x="966811" y="321575"/>
            <a:ext cx="2304000" cy="3936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400"/>
              <a:buFont typeface="Albert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7" name="Google Shape;77;p17"/>
          <p:cNvSpPr txBox="1"/>
          <p:nvPr>
            <p:ph idx="3" type="title"/>
          </p:nvPr>
        </p:nvSpPr>
        <p:spPr>
          <a:xfrm>
            <a:off x="7158725" y="4563900"/>
            <a:ext cx="1354500" cy="3936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2"/>
              </a:buClr>
              <a:buSzPts val="1000"/>
              <a:buFont typeface="Albert Sans"/>
              <a:buNone/>
              <a:defRPr sz="1000">
                <a:solidFill>
                  <a:schemeClr val="dk2"/>
                </a:solidFill>
                <a:latin typeface="Albert Sans"/>
                <a:ea typeface="Albert Sans"/>
                <a:cs typeface="Albert Sans"/>
                <a:sym typeface="Albert Sans"/>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Divider Teal">
  <p:cSld name="CUSTOM_5_1">
    <p:bg>
      <p:bgPr>
        <a:solidFill>
          <a:schemeClr val="accent2"/>
        </a:solidFill>
      </p:bgPr>
    </p:bg>
    <p:spTree>
      <p:nvGrpSpPr>
        <p:cNvPr id="78" name="Shape 78"/>
        <p:cNvGrpSpPr/>
        <p:nvPr/>
      </p:nvGrpSpPr>
      <p:grpSpPr>
        <a:xfrm>
          <a:off x="0" y="0"/>
          <a:ext cx="0" cy="0"/>
          <a:chOff x="0" y="0"/>
          <a:chExt cx="0" cy="0"/>
        </a:xfrm>
      </p:grpSpPr>
      <p:sp>
        <p:nvSpPr>
          <p:cNvPr id="79" name="Google Shape;79;p18"/>
          <p:cNvSpPr/>
          <p:nvPr>
            <p:ph idx="2" type="pic"/>
          </p:nvPr>
        </p:nvSpPr>
        <p:spPr>
          <a:xfrm>
            <a:off x="8596800" y="223475"/>
            <a:ext cx="318600" cy="318600"/>
          </a:xfrm>
          <a:prstGeom prst="ellipse">
            <a:avLst/>
          </a:prstGeom>
          <a:noFill/>
          <a:ln>
            <a:noFill/>
          </a:ln>
        </p:spPr>
      </p:sp>
      <p:sp>
        <p:nvSpPr>
          <p:cNvPr id="80" name="Google Shape;80;p18"/>
          <p:cNvSpPr txBox="1"/>
          <p:nvPr>
            <p:ph type="title"/>
          </p:nvPr>
        </p:nvSpPr>
        <p:spPr>
          <a:xfrm>
            <a:off x="884890" y="1024150"/>
            <a:ext cx="6123900" cy="14751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Clr>
                <a:schemeClr val="dk2"/>
              </a:buClr>
              <a:buSzPts val="9600"/>
              <a:buFont typeface="Nanum Myeongjo"/>
              <a:buNone/>
              <a:defRPr sz="9600">
                <a:solidFill>
                  <a:schemeClr val="dk2"/>
                </a:solidFill>
              </a:defRPr>
            </a:lvl1pPr>
            <a:lvl2pPr lvl="1">
              <a:lnSpc>
                <a:spcPct val="80000"/>
              </a:lnSpc>
              <a:spcBef>
                <a:spcPts val="0"/>
              </a:spcBef>
              <a:spcAft>
                <a:spcPts val="0"/>
              </a:spcAft>
              <a:buSzPts val="1400"/>
              <a:buNone/>
              <a:defRPr/>
            </a:lvl2pPr>
            <a:lvl3pPr lvl="2">
              <a:lnSpc>
                <a:spcPct val="80000"/>
              </a:lnSpc>
              <a:spcBef>
                <a:spcPts val="0"/>
              </a:spcBef>
              <a:spcAft>
                <a:spcPts val="0"/>
              </a:spcAft>
              <a:buSzPts val="1400"/>
              <a:buNone/>
              <a:defRPr/>
            </a:lvl3pPr>
            <a:lvl4pPr lvl="3">
              <a:lnSpc>
                <a:spcPct val="80000"/>
              </a:lnSpc>
              <a:spcBef>
                <a:spcPts val="0"/>
              </a:spcBef>
              <a:spcAft>
                <a:spcPts val="0"/>
              </a:spcAft>
              <a:buSzPts val="1400"/>
              <a:buNone/>
              <a:defRPr/>
            </a:lvl4pPr>
            <a:lvl5pPr lvl="4">
              <a:lnSpc>
                <a:spcPct val="80000"/>
              </a:lnSpc>
              <a:spcBef>
                <a:spcPts val="0"/>
              </a:spcBef>
              <a:spcAft>
                <a:spcPts val="0"/>
              </a:spcAft>
              <a:buSzPts val="1400"/>
              <a:buNone/>
              <a:defRPr/>
            </a:lvl5pPr>
            <a:lvl6pPr lvl="5">
              <a:lnSpc>
                <a:spcPct val="80000"/>
              </a:lnSpc>
              <a:spcBef>
                <a:spcPts val="0"/>
              </a:spcBef>
              <a:spcAft>
                <a:spcPts val="0"/>
              </a:spcAft>
              <a:buSzPts val="1400"/>
              <a:buNone/>
              <a:defRPr/>
            </a:lvl6pPr>
            <a:lvl7pPr lvl="6">
              <a:lnSpc>
                <a:spcPct val="80000"/>
              </a:lnSpc>
              <a:spcBef>
                <a:spcPts val="0"/>
              </a:spcBef>
              <a:spcAft>
                <a:spcPts val="0"/>
              </a:spcAft>
              <a:buSzPts val="1400"/>
              <a:buNone/>
              <a:defRPr/>
            </a:lvl7pPr>
            <a:lvl8pPr lvl="7">
              <a:lnSpc>
                <a:spcPct val="80000"/>
              </a:lnSpc>
              <a:spcBef>
                <a:spcPts val="0"/>
              </a:spcBef>
              <a:spcAft>
                <a:spcPts val="0"/>
              </a:spcAft>
              <a:buSzPts val="1400"/>
              <a:buNone/>
              <a:defRPr/>
            </a:lvl8pPr>
            <a:lvl9pPr lvl="8">
              <a:lnSpc>
                <a:spcPct val="80000"/>
              </a:lnSpc>
              <a:spcBef>
                <a:spcPts val="0"/>
              </a:spcBef>
              <a:spcAft>
                <a:spcPts val="0"/>
              </a:spcAft>
              <a:buSzPts val="1400"/>
              <a:buNone/>
              <a:defRPr/>
            </a:lvl9pPr>
          </a:lstStyle>
          <a:p/>
        </p:txBody>
      </p:sp>
      <p:sp>
        <p:nvSpPr>
          <p:cNvPr id="81" name="Google Shape;81;p18"/>
          <p:cNvSpPr txBox="1"/>
          <p:nvPr>
            <p:ph idx="1" type="subTitle"/>
          </p:nvPr>
        </p:nvSpPr>
        <p:spPr>
          <a:xfrm>
            <a:off x="966811" y="321575"/>
            <a:ext cx="2304000" cy="3936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400"/>
              <a:buFont typeface="Albert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2" name="Google Shape;82;p18"/>
          <p:cNvSpPr txBox="1"/>
          <p:nvPr>
            <p:ph idx="3" type="title"/>
          </p:nvPr>
        </p:nvSpPr>
        <p:spPr>
          <a:xfrm>
            <a:off x="7158725" y="4563900"/>
            <a:ext cx="1354500" cy="3936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2"/>
              </a:buClr>
              <a:buSzPts val="1000"/>
              <a:buFont typeface="Albert Sans"/>
              <a:buNone/>
              <a:defRPr sz="1000">
                <a:solidFill>
                  <a:schemeClr val="dk2"/>
                </a:solidFill>
                <a:latin typeface="Albert Sans"/>
                <a:ea typeface="Albert Sans"/>
                <a:cs typeface="Albert Sans"/>
                <a:sym typeface="Albert Sans"/>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Divider Blue">
  <p:cSld name="CUSTOM_5_1_1">
    <p:bg>
      <p:bgPr>
        <a:solidFill>
          <a:schemeClr val="accent4"/>
        </a:solidFill>
      </p:bgPr>
    </p:bg>
    <p:spTree>
      <p:nvGrpSpPr>
        <p:cNvPr id="83" name="Shape 83"/>
        <p:cNvGrpSpPr/>
        <p:nvPr/>
      </p:nvGrpSpPr>
      <p:grpSpPr>
        <a:xfrm>
          <a:off x="0" y="0"/>
          <a:ext cx="0" cy="0"/>
          <a:chOff x="0" y="0"/>
          <a:chExt cx="0" cy="0"/>
        </a:xfrm>
      </p:grpSpPr>
      <p:sp>
        <p:nvSpPr>
          <p:cNvPr id="84" name="Google Shape;84;p19"/>
          <p:cNvSpPr/>
          <p:nvPr>
            <p:ph idx="2" type="pic"/>
          </p:nvPr>
        </p:nvSpPr>
        <p:spPr>
          <a:xfrm>
            <a:off x="8596800" y="223475"/>
            <a:ext cx="318600" cy="318600"/>
          </a:xfrm>
          <a:prstGeom prst="ellipse">
            <a:avLst/>
          </a:prstGeom>
          <a:noFill/>
          <a:ln>
            <a:noFill/>
          </a:ln>
        </p:spPr>
      </p:sp>
      <p:sp>
        <p:nvSpPr>
          <p:cNvPr id="85" name="Google Shape;85;p19"/>
          <p:cNvSpPr txBox="1"/>
          <p:nvPr>
            <p:ph type="title"/>
          </p:nvPr>
        </p:nvSpPr>
        <p:spPr>
          <a:xfrm>
            <a:off x="884890" y="1024150"/>
            <a:ext cx="6123900" cy="14751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Clr>
                <a:schemeClr val="dk2"/>
              </a:buClr>
              <a:buSzPts val="9600"/>
              <a:buNone/>
              <a:defRPr sz="9600">
                <a:solidFill>
                  <a:schemeClr val="dk2"/>
                </a:solidFill>
              </a:defRPr>
            </a:lvl1pPr>
            <a:lvl2pPr lvl="1">
              <a:lnSpc>
                <a:spcPct val="80000"/>
              </a:lnSpc>
              <a:spcBef>
                <a:spcPts val="0"/>
              </a:spcBef>
              <a:spcAft>
                <a:spcPts val="0"/>
              </a:spcAft>
              <a:buSzPts val="1400"/>
              <a:buNone/>
              <a:defRPr/>
            </a:lvl2pPr>
            <a:lvl3pPr lvl="2">
              <a:lnSpc>
                <a:spcPct val="80000"/>
              </a:lnSpc>
              <a:spcBef>
                <a:spcPts val="0"/>
              </a:spcBef>
              <a:spcAft>
                <a:spcPts val="0"/>
              </a:spcAft>
              <a:buSzPts val="1400"/>
              <a:buNone/>
              <a:defRPr/>
            </a:lvl3pPr>
            <a:lvl4pPr lvl="3">
              <a:lnSpc>
                <a:spcPct val="80000"/>
              </a:lnSpc>
              <a:spcBef>
                <a:spcPts val="0"/>
              </a:spcBef>
              <a:spcAft>
                <a:spcPts val="0"/>
              </a:spcAft>
              <a:buSzPts val="1400"/>
              <a:buNone/>
              <a:defRPr/>
            </a:lvl4pPr>
            <a:lvl5pPr lvl="4">
              <a:lnSpc>
                <a:spcPct val="80000"/>
              </a:lnSpc>
              <a:spcBef>
                <a:spcPts val="0"/>
              </a:spcBef>
              <a:spcAft>
                <a:spcPts val="0"/>
              </a:spcAft>
              <a:buSzPts val="1400"/>
              <a:buNone/>
              <a:defRPr/>
            </a:lvl5pPr>
            <a:lvl6pPr lvl="5">
              <a:lnSpc>
                <a:spcPct val="80000"/>
              </a:lnSpc>
              <a:spcBef>
                <a:spcPts val="0"/>
              </a:spcBef>
              <a:spcAft>
                <a:spcPts val="0"/>
              </a:spcAft>
              <a:buSzPts val="1400"/>
              <a:buNone/>
              <a:defRPr/>
            </a:lvl6pPr>
            <a:lvl7pPr lvl="6">
              <a:lnSpc>
                <a:spcPct val="80000"/>
              </a:lnSpc>
              <a:spcBef>
                <a:spcPts val="0"/>
              </a:spcBef>
              <a:spcAft>
                <a:spcPts val="0"/>
              </a:spcAft>
              <a:buSzPts val="1400"/>
              <a:buNone/>
              <a:defRPr/>
            </a:lvl7pPr>
            <a:lvl8pPr lvl="7">
              <a:lnSpc>
                <a:spcPct val="80000"/>
              </a:lnSpc>
              <a:spcBef>
                <a:spcPts val="0"/>
              </a:spcBef>
              <a:spcAft>
                <a:spcPts val="0"/>
              </a:spcAft>
              <a:buSzPts val="1400"/>
              <a:buNone/>
              <a:defRPr/>
            </a:lvl8pPr>
            <a:lvl9pPr lvl="8">
              <a:lnSpc>
                <a:spcPct val="80000"/>
              </a:lnSpc>
              <a:spcBef>
                <a:spcPts val="0"/>
              </a:spcBef>
              <a:spcAft>
                <a:spcPts val="0"/>
              </a:spcAft>
              <a:buSzPts val="1400"/>
              <a:buNone/>
              <a:defRPr/>
            </a:lvl9pPr>
          </a:lstStyle>
          <a:p/>
        </p:txBody>
      </p:sp>
      <p:sp>
        <p:nvSpPr>
          <p:cNvPr id="86" name="Google Shape;86;p19"/>
          <p:cNvSpPr txBox="1"/>
          <p:nvPr>
            <p:ph idx="1" type="subTitle"/>
          </p:nvPr>
        </p:nvSpPr>
        <p:spPr>
          <a:xfrm>
            <a:off x="966811" y="321575"/>
            <a:ext cx="2304000" cy="3936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400"/>
              <a:buFont typeface="Albert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7" name="Google Shape;87;p19"/>
          <p:cNvSpPr txBox="1"/>
          <p:nvPr>
            <p:ph idx="3" type="title"/>
          </p:nvPr>
        </p:nvSpPr>
        <p:spPr>
          <a:xfrm>
            <a:off x="7158725" y="4563900"/>
            <a:ext cx="1354500" cy="3936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2"/>
              </a:buClr>
              <a:buSzPts val="1000"/>
              <a:buFont typeface="Albert Sans"/>
              <a:buNone/>
              <a:defRPr sz="1000">
                <a:solidFill>
                  <a:schemeClr val="dk2"/>
                </a:solidFill>
                <a:latin typeface="Albert Sans"/>
                <a:ea typeface="Albert Sans"/>
                <a:cs typeface="Albert Sans"/>
                <a:sym typeface="Albert Sans"/>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ull Quote">
  <p:cSld name="CUSTOM_1">
    <p:bg>
      <p:bgPr>
        <a:solidFill>
          <a:schemeClr val="lt1"/>
        </a:solidFill>
      </p:bgPr>
    </p:bg>
    <p:spTree>
      <p:nvGrpSpPr>
        <p:cNvPr id="88" name="Shape 88"/>
        <p:cNvGrpSpPr/>
        <p:nvPr/>
      </p:nvGrpSpPr>
      <p:grpSpPr>
        <a:xfrm>
          <a:off x="0" y="0"/>
          <a:ext cx="0" cy="0"/>
          <a:chOff x="0" y="0"/>
          <a:chExt cx="0" cy="0"/>
        </a:xfrm>
      </p:grpSpPr>
      <p:sp>
        <p:nvSpPr>
          <p:cNvPr id="89" name="Google Shape;89;p20"/>
          <p:cNvSpPr/>
          <p:nvPr>
            <p:ph idx="2" type="pic"/>
          </p:nvPr>
        </p:nvSpPr>
        <p:spPr>
          <a:xfrm>
            <a:off x="8596800" y="223475"/>
            <a:ext cx="318600" cy="318600"/>
          </a:xfrm>
          <a:prstGeom prst="ellipse">
            <a:avLst/>
          </a:prstGeom>
          <a:noFill/>
          <a:ln>
            <a:noFill/>
          </a:ln>
        </p:spPr>
      </p:sp>
      <p:sp>
        <p:nvSpPr>
          <p:cNvPr id="90" name="Google Shape;90;p20"/>
          <p:cNvSpPr txBox="1"/>
          <p:nvPr>
            <p:ph idx="1" type="subTitle"/>
          </p:nvPr>
        </p:nvSpPr>
        <p:spPr>
          <a:xfrm>
            <a:off x="4627750" y="1204950"/>
            <a:ext cx="2489700" cy="3636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400"/>
              <a:buFont typeface="Albert Sans"/>
              <a:buNone/>
              <a:defRPr>
                <a:solidFill>
                  <a:schemeClr val="dk2"/>
                </a:solidFill>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91" name="Google Shape;91;p20"/>
          <p:cNvSpPr txBox="1"/>
          <p:nvPr>
            <p:ph idx="3" type="body"/>
          </p:nvPr>
        </p:nvSpPr>
        <p:spPr>
          <a:xfrm>
            <a:off x="4627750" y="1592350"/>
            <a:ext cx="2539200" cy="1613700"/>
          </a:xfrm>
          <a:prstGeom prst="rect">
            <a:avLst/>
          </a:prstGeom>
        </p:spPr>
        <p:txBody>
          <a:bodyPr anchorCtr="0" anchor="t" bIns="91425" lIns="91425" spcFirstLastPara="1" rIns="91425" wrap="square" tIns="91425">
            <a:noAutofit/>
          </a:bodyPr>
          <a:lstStyle>
            <a:lvl1pPr indent="-381000" lvl="0" marL="457200">
              <a:spcBef>
                <a:spcPts val="0"/>
              </a:spcBef>
              <a:spcAft>
                <a:spcPts val="0"/>
              </a:spcAft>
              <a:buClr>
                <a:schemeClr val="dk2"/>
              </a:buClr>
              <a:buSzPts val="2400"/>
              <a:buFont typeface="Nanum Myeongjo"/>
              <a:buChar char="●"/>
              <a:defRPr sz="2400" u="none">
                <a:solidFill>
                  <a:schemeClr val="dk2"/>
                </a:solidFill>
                <a:latin typeface="Nanum Myeongjo"/>
                <a:ea typeface="Nanum Myeongjo"/>
                <a:cs typeface="Nanum Myeongjo"/>
                <a:sym typeface="Nanum Myeongjo"/>
              </a:defRPr>
            </a:lvl1pPr>
            <a:lvl2pPr indent="-381000" lvl="1" marL="914400">
              <a:spcBef>
                <a:spcPts val="0"/>
              </a:spcBef>
              <a:spcAft>
                <a:spcPts val="0"/>
              </a:spcAft>
              <a:buClr>
                <a:schemeClr val="dk2"/>
              </a:buClr>
              <a:buSzPts val="2400"/>
              <a:buFont typeface="Nanum Myeongjo"/>
              <a:buChar char="○"/>
              <a:defRPr sz="2400" u="none">
                <a:solidFill>
                  <a:schemeClr val="dk2"/>
                </a:solidFill>
                <a:latin typeface="Nanum Myeongjo"/>
                <a:ea typeface="Nanum Myeongjo"/>
                <a:cs typeface="Nanum Myeongjo"/>
                <a:sym typeface="Nanum Myeongjo"/>
              </a:defRPr>
            </a:lvl2pPr>
            <a:lvl3pPr indent="-381000" lvl="2" marL="1371600">
              <a:spcBef>
                <a:spcPts val="0"/>
              </a:spcBef>
              <a:spcAft>
                <a:spcPts val="0"/>
              </a:spcAft>
              <a:buClr>
                <a:schemeClr val="dk2"/>
              </a:buClr>
              <a:buSzPts val="2400"/>
              <a:buFont typeface="Nanum Myeongjo"/>
              <a:buChar char="■"/>
              <a:defRPr sz="2400" u="none">
                <a:solidFill>
                  <a:schemeClr val="dk2"/>
                </a:solidFill>
                <a:latin typeface="Nanum Myeongjo"/>
                <a:ea typeface="Nanum Myeongjo"/>
                <a:cs typeface="Nanum Myeongjo"/>
                <a:sym typeface="Nanum Myeongjo"/>
              </a:defRPr>
            </a:lvl3pPr>
            <a:lvl4pPr indent="-381000" lvl="3" marL="1828800">
              <a:spcBef>
                <a:spcPts val="0"/>
              </a:spcBef>
              <a:spcAft>
                <a:spcPts val="0"/>
              </a:spcAft>
              <a:buClr>
                <a:schemeClr val="dk2"/>
              </a:buClr>
              <a:buSzPts val="2400"/>
              <a:buFont typeface="Nanum Myeongjo"/>
              <a:buChar char="●"/>
              <a:defRPr sz="2400" u="none">
                <a:solidFill>
                  <a:schemeClr val="dk2"/>
                </a:solidFill>
                <a:latin typeface="Nanum Myeongjo"/>
                <a:ea typeface="Nanum Myeongjo"/>
                <a:cs typeface="Nanum Myeongjo"/>
                <a:sym typeface="Nanum Myeongjo"/>
              </a:defRPr>
            </a:lvl4pPr>
            <a:lvl5pPr indent="-381000" lvl="4" marL="2286000">
              <a:spcBef>
                <a:spcPts val="0"/>
              </a:spcBef>
              <a:spcAft>
                <a:spcPts val="0"/>
              </a:spcAft>
              <a:buClr>
                <a:schemeClr val="dk2"/>
              </a:buClr>
              <a:buSzPts val="2400"/>
              <a:buFont typeface="Nanum Myeongjo"/>
              <a:buChar char="○"/>
              <a:defRPr sz="2400" u="none">
                <a:solidFill>
                  <a:schemeClr val="dk2"/>
                </a:solidFill>
                <a:latin typeface="Nanum Myeongjo"/>
                <a:ea typeface="Nanum Myeongjo"/>
                <a:cs typeface="Nanum Myeongjo"/>
                <a:sym typeface="Nanum Myeongjo"/>
              </a:defRPr>
            </a:lvl5pPr>
            <a:lvl6pPr indent="-381000" lvl="5" marL="2743200">
              <a:spcBef>
                <a:spcPts val="0"/>
              </a:spcBef>
              <a:spcAft>
                <a:spcPts val="0"/>
              </a:spcAft>
              <a:buClr>
                <a:schemeClr val="dk2"/>
              </a:buClr>
              <a:buSzPts val="2400"/>
              <a:buFont typeface="Nanum Myeongjo"/>
              <a:buChar char="■"/>
              <a:defRPr sz="2400" u="none">
                <a:solidFill>
                  <a:schemeClr val="dk2"/>
                </a:solidFill>
                <a:latin typeface="Nanum Myeongjo"/>
                <a:ea typeface="Nanum Myeongjo"/>
                <a:cs typeface="Nanum Myeongjo"/>
                <a:sym typeface="Nanum Myeongjo"/>
              </a:defRPr>
            </a:lvl6pPr>
            <a:lvl7pPr indent="-381000" lvl="6" marL="3200400">
              <a:spcBef>
                <a:spcPts val="0"/>
              </a:spcBef>
              <a:spcAft>
                <a:spcPts val="0"/>
              </a:spcAft>
              <a:buClr>
                <a:schemeClr val="dk2"/>
              </a:buClr>
              <a:buSzPts val="2400"/>
              <a:buFont typeface="Nanum Myeongjo"/>
              <a:buChar char="●"/>
              <a:defRPr sz="2400" u="none">
                <a:solidFill>
                  <a:schemeClr val="dk2"/>
                </a:solidFill>
                <a:latin typeface="Nanum Myeongjo"/>
                <a:ea typeface="Nanum Myeongjo"/>
                <a:cs typeface="Nanum Myeongjo"/>
                <a:sym typeface="Nanum Myeongjo"/>
              </a:defRPr>
            </a:lvl7pPr>
            <a:lvl8pPr indent="-381000" lvl="7" marL="3657600">
              <a:spcBef>
                <a:spcPts val="0"/>
              </a:spcBef>
              <a:spcAft>
                <a:spcPts val="0"/>
              </a:spcAft>
              <a:buClr>
                <a:schemeClr val="dk2"/>
              </a:buClr>
              <a:buSzPts val="2400"/>
              <a:buFont typeface="Nanum Myeongjo"/>
              <a:buChar char="○"/>
              <a:defRPr sz="2400" u="none">
                <a:solidFill>
                  <a:schemeClr val="dk2"/>
                </a:solidFill>
                <a:latin typeface="Nanum Myeongjo"/>
                <a:ea typeface="Nanum Myeongjo"/>
                <a:cs typeface="Nanum Myeongjo"/>
                <a:sym typeface="Nanum Myeongjo"/>
              </a:defRPr>
            </a:lvl8pPr>
            <a:lvl9pPr indent="-381000" lvl="8" marL="4114800">
              <a:spcBef>
                <a:spcPts val="0"/>
              </a:spcBef>
              <a:spcAft>
                <a:spcPts val="0"/>
              </a:spcAft>
              <a:buClr>
                <a:schemeClr val="dk2"/>
              </a:buClr>
              <a:buSzPts val="2400"/>
              <a:buFont typeface="Nanum Myeongjo"/>
              <a:buChar char="■"/>
              <a:defRPr sz="2400" u="none">
                <a:solidFill>
                  <a:schemeClr val="dk2"/>
                </a:solidFill>
                <a:latin typeface="Nanum Myeongjo"/>
                <a:ea typeface="Nanum Myeongjo"/>
                <a:cs typeface="Nanum Myeongjo"/>
                <a:sym typeface="Nanum Myeongjo"/>
              </a:defRPr>
            </a:lvl9pPr>
          </a:lstStyle>
          <a:p/>
        </p:txBody>
      </p:sp>
      <p:sp>
        <p:nvSpPr>
          <p:cNvPr id="92" name="Google Shape;92;p20"/>
          <p:cNvSpPr/>
          <p:nvPr>
            <p:ph idx="4" type="pic"/>
          </p:nvPr>
        </p:nvSpPr>
        <p:spPr>
          <a:xfrm rot="-5400000">
            <a:off x="1529325" y="1257825"/>
            <a:ext cx="3114600" cy="2619600"/>
          </a:xfrm>
          <a:prstGeom prst="round2SameRect">
            <a:avLst>
              <a:gd fmla="val 3848" name="adj1"/>
              <a:gd fmla="val 0" name="adj2"/>
            </a:avLst>
          </a:prstGeom>
          <a:noFill/>
          <a:ln>
            <a:noFill/>
          </a:ln>
        </p:spPr>
      </p:sp>
      <p:sp>
        <p:nvSpPr>
          <p:cNvPr id="93" name="Google Shape;93;p20"/>
          <p:cNvSpPr txBox="1"/>
          <p:nvPr>
            <p:ph type="title"/>
          </p:nvPr>
        </p:nvSpPr>
        <p:spPr>
          <a:xfrm>
            <a:off x="7158725" y="4563900"/>
            <a:ext cx="1354500" cy="3936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2"/>
              </a:buClr>
              <a:buSzPts val="1000"/>
              <a:buFont typeface="Albert Sans"/>
              <a:buNone/>
              <a:defRPr sz="1000">
                <a:solidFill>
                  <a:schemeClr val="dk2"/>
                </a:solidFill>
                <a:latin typeface="Albert Sans"/>
                <a:ea typeface="Albert Sans"/>
                <a:cs typeface="Albert Sans"/>
                <a:sym typeface="Albert Sans"/>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Tree>
  </p:cSld>
  <p:clrMapOvr>
    <a:masterClrMapping/>
  </p:clrMapOvr>
  <p:extLst>
    <p:ext uri="{DCECCB84-F9BA-43D5-87BE-67443E8EF086}">
      <p15:sldGuideLst>
        <p15:guide id="1" orient="horz" pos="636">
          <p15:clr>
            <a:srgbClr val="E46962"/>
          </p15:clr>
        </p15:guide>
        <p15:guide id="2" orient="horz" pos="2604">
          <p15:clr>
            <a:srgbClr val="E46962"/>
          </p15:clr>
        </p15:guide>
      </p15:sldGuideLst>
    </p:ext>
  </p:extLst>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ull Page Image">
  <p:cSld name="CUSTOM_2">
    <p:bg>
      <p:bgPr>
        <a:solidFill>
          <a:schemeClr val="lt2"/>
        </a:solidFill>
      </p:bgPr>
    </p:bg>
    <p:spTree>
      <p:nvGrpSpPr>
        <p:cNvPr id="94" name="Shape 94"/>
        <p:cNvGrpSpPr/>
        <p:nvPr/>
      </p:nvGrpSpPr>
      <p:grpSpPr>
        <a:xfrm>
          <a:off x="0" y="0"/>
          <a:ext cx="0" cy="0"/>
          <a:chOff x="0" y="0"/>
          <a:chExt cx="0" cy="0"/>
        </a:xfrm>
      </p:grpSpPr>
      <p:sp>
        <p:nvSpPr>
          <p:cNvPr id="95" name="Google Shape;95;p21"/>
          <p:cNvSpPr/>
          <p:nvPr>
            <p:ph idx="2" type="pic"/>
          </p:nvPr>
        </p:nvSpPr>
        <p:spPr>
          <a:xfrm>
            <a:off x="120000" y="114300"/>
            <a:ext cx="8904000" cy="4914900"/>
          </a:xfrm>
          <a:prstGeom prst="roundRect">
            <a:avLst>
              <a:gd fmla="val 2134" name="adj"/>
            </a:avLst>
          </a:prstGeom>
          <a:noFill/>
          <a:ln>
            <a:noFill/>
          </a:ln>
        </p:spPr>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 Content">
  <p:cSld name="CUSTOM_3">
    <p:bg>
      <p:bgPr>
        <a:solidFill>
          <a:schemeClr val="lt1"/>
        </a:solidFill>
      </p:bgPr>
    </p:bg>
    <p:spTree>
      <p:nvGrpSpPr>
        <p:cNvPr id="96" name="Shape 96"/>
        <p:cNvGrpSpPr/>
        <p:nvPr/>
      </p:nvGrpSpPr>
      <p:grpSpPr>
        <a:xfrm>
          <a:off x="0" y="0"/>
          <a:ext cx="0" cy="0"/>
          <a:chOff x="0" y="0"/>
          <a:chExt cx="0" cy="0"/>
        </a:xfrm>
      </p:grpSpPr>
      <p:sp>
        <p:nvSpPr>
          <p:cNvPr id="97" name="Google Shape;97;p22"/>
          <p:cNvSpPr txBox="1"/>
          <p:nvPr>
            <p:ph idx="1" type="body"/>
          </p:nvPr>
        </p:nvSpPr>
        <p:spPr>
          <a:xfrm>
            <a:off x="5235220" y="2573350"/>
            <a:ext cx="3798300" cy="1907700"/>
          </a:xfrm>
          <a:prstGeom prst="rect">
            <a:avLst/>
          </a:prstGeom>
        </p:spPr>
        <p:txBody>
          <a:bodyPr anchorCtr="0" anchor="t" bIns="91425" lIns="91425" spcFirstLastPara="1" rIns="91425" wrap="square" tIns="91425">
            <a:noAutofit/>
          </a:bodyPr>
          <a:lstStyle>
            <a:lvl1pPr indent="-317500" lvl="0" marL="457200">
              <a:lnSpc>
                <a:spcPct val="115000"/>
              </a:lnSpc>
              <a:spcBef>
                <a:spcPts val="0"/>
              </a:spcBef>
              <a:spcAft>
                <a:spcPts val="0"/>
              </a:spcAft>
              <a:buClr>
                <a:schemeClr val="dk2"/>
              </a:buClr>
              <a:buSzPts val="1400"/>
              <a:buFont typeface="Albert Sans"/>
              <a:buChar char="●"/>
              <a:defRPr u="none">
                <a:solidFill>
                  <a:schemeClr val="dk2"/>
                </a:solidFill>
              </a:defRPr>
            </a:lvl1pPr>
            <a:lvl2pPr indent="-317500" lvl="1" marL="914400">
              <a:lnSpc>
                <a:spcPct val="115000"/>
              </a:lnSpc>
              <a:spcBef>
                <a:spcPts val="0"/>
              </a:spcBef>
              <a:spcAft>
                <a:spcPts val="0"/>
              </a:spcAft>
              <a:buClr>
                <a:schemeClr val="dk2"/>
              </a:buClr>
              <a:buSzPts val="1400"/>
              <a:buFont typeface="Albert Sans"/>
              <a:buChar char="○"/>
              <a:defRPr u="none">
                <a:solidFill>
                  <a:schemeClr val="dk2"/>
                </a:solidFill>
              </a:defRPr>
            </a:lvl2pPr>
            <a:lvl3pPr indent="-317500" lvl="2" marL="1371600">
              <a:lnSpc>
                <a:spcPct val="115000"/>
              </a:lnSpc>
              <a:spcBef>
                <a:spcPts val="0"/>
              </a:spcBef>
              <a:spcAft>
                <a:spcPts val="0"/>
              </a:spcAft>
              <a:buClr>
                <a:schemeClr val="dk2"/>
              </a:buClr>
              <a:buSzPts val="1400"/>
              <a:buFont typeface="Albert Sans"/>
              <a:buChar char="■"/>
              <a:defRPr u="none">
                <a:solidFill>
                  <a:schemeClr val="dk2"/>
                </a:solidFill>
              </a:defRPr>
            </a:lvl3pPr>
            <a:lvl4pPr indent="-317500" lvl="3" marL="1828800">
              <a:lnSpc>
                <a:spcPct val="115000"/>
              </a:lnSpc>
              <a:spcBef>
                <a:spcPts val="0"/>
              </a:spcBef>
              <a:spcAft>
                <a:spcPts val="0"/>
              </a:spcAft>
              <a:buClr>
                <a:schemeClr val="dk2"/>
              </a:buClr>
              <a:buSzPts val="1400"/>
              <a:buFont typeface="Albert Sans"/>
              <a:buChar char="●"/>
              <a:defRPr u="none">
                <a:solidFill>
                  <a:schemeClr val="dk2"/>
                </a:solidFill>
              </a:defRPr>
            </a:lvl4pPr>
            <a:lvl5pPr indent="-317500" lvl="4" marL="2286000">
              <a:lnSpc>
                <a:spcPct val="115000"/>
              </a:lnSpc>
              <a:spcBef>
                <a:spcPts val="0"/>
              </a:spcBef>
              <a:spcAft>
                <a:spcPts val="0"/>
              </a:spcAft>
              <a:buClr>
                <a:schemeClr val="dk2"/>
              </a:buClr>
              <a:buSzPts val="1400"/>
              <a:buFont typeface="Albert Sans"/>
              <a:buChar char="○"/>
              <a:defRPr u="none">
                <a:solidFill>
                  <a:schemeClr val="dk2"/>
                </a:solidFill>
              </a:defRPr>
            </a:lvl5pPr>
            <a:lvl6pPr indent="-317500" lvl="5" marL="2743200">
              <a:lnSpc>
                <a:spcPct val="115000"/>
              </a:lnSpc>
              <a:spcBef>
                <a:spcPts val="0"/>
              </a:spcBef>
              <a:spcAft>
                <a:spcPts val="0"/>
              </a:spcAft>
              <a:buClr>
                <a:schemeClr val="dk2"/>
              </a:buClr>
              <a:buSzPts val="1400"/>
              <a:buFont typeface="Albert Sans"/>
              <a:buChar char="■"/>
              <a:defRPr u="none">
                <a:solidFill>
                  <a:schemeClr val="dk2"/>
                </a:solidFill>
              </a:defRPr>
            </a:lvl6pPr>
            <a:lvl7pPr indent="-317500" lvl="6" marL="3200400">
              <a:lnSpc>
                <a:spcPct val="115000"/>
              </a:lnSpc>
              <a:spcBef>
                <a:spcPts val="0"/>
              </a:spcBef>
              <a:spcAft>
                <a:spcPts val="0"/>
              </a:spcAft>
              <a:buClr>
                <a:schemeClr val="dk2"/>
              </a:buClr>
              <a:buSzPts val="1400"/>
              <a:buFont typeface="Albert Sans"/>
              <a:buChar char="●"/>
              <a:defRPr u="none">
                <a:solidFill>
                  <a:schemeClr val="dk2"/>
                </a:solidFill>
              </a:defRPr>
            </a:lvl7pPr>
            <a:lvl8pPr indent="-317500" lvl="7" marL="3657600">
              <a:lnSpc>
                <a:spcPct val="115000"/>
              </a:lnSpc>
              <a:spcBef>
                <a:spcPts val="0"/>
              </a:spcBef>
              <a:spcAft>
                <a:spcPts val="0"/>
              </a:spcAft>
              <a:buClr>
                <a:schemeClr val="dk2"/>
              </a:buClr>
              <a:buSzPts val="1400"/>
              <a:buFont typeface="Albert Sans"/>
              <a:buChar char="○"/>
              <a:defRPr u="none">
                <a:solidFill>
                  <a:schemeClr val="dk2"/>
                </a:solidFill>
              </a:defRPr>
            </a:lvl8pPr>
            <a:lvl9pPr indent="-317500" lvl="8" marL="4114800">
              <a:lnSpc>
                <a:spcPct val="115000"/>
              </a:lnSpc>
              <a:spcBef>
                <a:spcPts val="0"/>
              </a:spcBef>
              <a:spcAft>
                <a:spcPts val="0"/>
              </a:spcAft>
              <a:buClr>
                <a:schemeClr val="dk2"/>
              </a:buClr>
              <a:buSzPts val="1400"/>
              <a:buFont typeface="Albert Sans"/>
              <a:buChar char="■"/>
              <a:defRPr u="none">
                <a:solidFill>
                  <a:schemeClr val="dk2"/>
                </a:solidFill>
              </a:defRPr>
            </a:lvl9pPr>
          </a:lstStyle>
          <a:p/>
        </p:txBody>
      </p:sp>
      <p:sp>
        <p:nvSpPr>
          <p:cNvPr id="98" name="Google Shape;98;p22"/>
          <p:cNvSpPr txBox="1"/>
          <p:nvPr>
            <p:ph idx="2" type="body"/>
          </p:nvPr>
        </p:nvSpPr>
        <p:spPr>
          <a:xfrm>
            <a:off x="5235220" y="750863"/>
            <a:ext cx="3729900" cy="1613700"/>
          </a:xfrm>
          <a:prstGeom prst="rect">
            <a:avLst/>
          </a:prstGeom>
        </p:spPr>
        <p:txBody>
          <a:bodyPr anchorCtr="0" anchor="t" bIns="91425" lIns="91425" spcFirstLastPara="1" rIns="91425" wrap="square" tIns="91425">
            <a:noAutofit/>
          </a:bodyPr>
          <a:lstStyle>
            <a:lvl1pPr indent="-381000" lvl="0" marL="457200">
              <a:spcBef>
                <a:spcPts val="0"/>
              </a:spcBef>
              <a:spcAft>
                <a:spcPts val="0"/>
              </a:spcAft>
              <a:buClr>
                <a:schemeClr val="dk2"/>
              </a:buClr>
              <a:buSzPts val="2400"/>
              <a:buFont typeface="Nanum Myeongjo"/>
              <a:buChar char="●"/>
              <a:defRPr sz="2400" u="none">
                <a:solidFill>
                  <a:schemeClr val="dk2"/>
                </a:solidFill>
                <a:latin typeface="Nanum Myeongjo"/>
                <a:ea typeface="Nanum Myeongjo"/>
                <a:cs typeface="Nanum Myeongjo"/>
                <a:sym typeface="Nanum Myeongjo"/>
              </a:defRPr>
            </a:lvl1pPr>
            <a:lvl2pPr indent="-381000" lvl="1" marL="914400">
              <a:spcBef>
                <a:spcPts val="0"/>
              </a:spcBef>
              <a:spcAft>
                <a:spcPts val="0"/>
              </a:spcAft>
              <a:buClr>
                <a:schemeClr val="dk2"/>
              </a:buClr>
              <a:buSzPts val="2400"/>
              <a:buFont typeface="Nanum Myeongjo"/>
              <a:buChar char="○"/>
              <a:defRPr sz="2400" u="none">
                <a:solidFill>
                  <a:schemeClr val="dk2"/>
                </a:solidFill>
                <a:latin typeface="Nanum Myeongjo"/>
                <a:ea typeface="Nanum Myeongjo"/>
                <a:cs typeface="Nanum Myeongjo"/>
                <a:sym typeface="Nanum Myeongjo"/>
              </a:defRPr>
            </a:lvl2pPr>
            <a:lvl3pPr indent="-381000" lvl="2" marL="1371600">
              <a:spcBef>
                <a:spcPts val="0"/>
              </a:spcBef>
              <a:spcAft>
                <a:spcPts val="0"/>
              </a:spcAft>
              <a:buClr>
                <a:schemeClr val="dk2"/>
              </a:buClr>
              <a:buSzPts val="2400"/>
              <a:buFont typeface="Nanum Myeongjo"/>
              <a:buChar char="■"/>
              <a:defRPr sz="2400" u="none">
                <a:solidFill>
                  <a:schemeClr val="dk2"/>
                </a:solidFill>
                <a:latin typeface="Nanum Myeongjo"/>
                <a:ea typeface="Nanum Myeongjo"/>
                <a:cs typeface="Nanum Myeongjo"/>
                <a:sym typeface="Nanum Myeongjo"/>
              </a:defRPr>
            </a:lvl3pPr>
            <a:lvl4pPr indent="-381000" lvl="3" marL="1828800">
              <a:spcBef>
                <a:spcPts val="0"/>
              </a:spcBef>
              <a:spcAft>
                <a:spcPts val="0"/>
              </a:spcAft>
              <a:buClr>
                <a:schemeClr val="dk2"/>
              </a:buClr>
              <a:buSzPts val="2400"/>
              <a:buFont typeface="Nanum Myeongjo"/>
              <a:buChar char="●"/>
              <a:defRPr sz="2400" u="none">
                <a:solidFill>
                  <a:schemeClr val="dk2"/>
                </a:solidFill>
                <a:latin typeface="Nanum Myeongjo"/>
                <a:ea typeface="Nanum Myeongjo"/>
                <a:cs typeface="Nanum Myeongjo"/>
                <a:sym typeface="Nanum Myeongjo"/>
              </a:defRPr>
            </a:lvl4pPr>
            <a:lvl5pPr indent="-381000" lvl="4" marL="2286000">
              <a:spcBef>
                <a:spcPts val="0"/>
              </a:spcBef>
              <a:spcAft>
                <a:spcPts val="0"/>
              </a:spcAft>
              <a:buClr>
                <a:schemeClr val="dk2"/>
              </a:buClr>
              <a:buSzPts val="2400"/>
              <a:buFont typeface="Nanum Myeongjo"/>
              <a:buChar char="○"/>
              <a:defRPr sz="2400" u="none">
                <a:solidFill>
                  <a:schemeClr val="dk2"/>
                </a:solidFill>
                <a:latin typeface="Nanum Myeongjo"/>
                <a:ea typeface="Nanum Myeongjo"/>
                <a:cs typeface="Nanum Myeongjo"/>
                <a:sym typeface="Nanum Myeongjo"/>
              </a:defRPr>
            </a:lvl5pPr>
            <a:lvl6pPr indent="-381000" lvl="5" marL="2743200">
              <a:spcBef>
                <a:spcPts val="0"/>
              </a:spcBef>
              <a:spcAft>
                <a:spcPts val="0"/>
              </a:spcAft>
              <a:buClr>
                <a:schemeClr val="dk2"/>
              </a:buClr>
              <a:buSzPts val="2400"/>
              <a:buFont typeface="Nanum Myeongjo"/>
              <a:buChar char="■"/>
              <a:defRPr sz="2400" u="none">
                <a:solidFill>
                  <a:schemeClr val="dk2"/>
                </a:solidFill>
                <a:latin typeface="Nanum Myeongjo"/>
                <a:ea typeface="Nanum Myeongjo"/>
                <a:cs typeface="Nanum Myeongjo"/>
                <a:sym typeface="Nanum Myeongjo"/>
              </a:defRPr>
            </a:lvl6pPr>
            <a:lvl7pPr indent="-381000" lvl="6" marL="3200400">
              <a:spcBef>
                <a:spcPts val="0"/>
              </a:spcBef>
              <a:spcAft>
                <a:spcPts val="0"/>
              </a:spcAft>
              <a:buClr>
                <a:schemeClr val="dk2"/>
              </a:buClr>
              <a:buSzPts val="2400"/>
              <a:buFont typeface="Nanum Myeongjo"/>
              <a:buChar char="●"/>
              <a:defRPr sz="2400" u="none">
                <a:solidFill>
                  <a:schemeClr val="dk2"/>
                </a:solidFill>
                <a:latin typeface="Nanum Myeongjo"/>
                <a:ea typeface="Nanum Myeongjo"/>
                <a:cs typeface="Nanum Myeongjo"/>
                <a:sym typeface="Nanum Myeongjo"/>
              </a:defRPr>
            </a:lvl7pPr>
            <a:lvl8pPr indent="-381000" lvl="7" marL="3657600">
              <a:spcBef>
                <a:spcPts val="0"/>
              </a:spcBef>
              <a:spcAft>
                <a:spcPts val="0"/>
              </a:spcAft>
              <a:buClr>
                <a:schemeClr val="dk2"/>
              </a:buClr>
              <a:buSzPts val="2400"/>
              <a:buFont typeface="Nanum Myeongjo"/>
              <a:buChar char="○"/>
              <a:defRPr sz="2400" u="none">
                <a:solidFill>
                  <a:schemeClr val="dk2"/>
                </a:solidFill>
                <a:latin typeface="Nanum Myeongjo"/>
                <a:ea typeface="Nanum Myeongjo"/>
                <a:cs typeface="Nanum Myeongjo"/>
                <a:sym typeface="Nanum Myeongjo"/>
              </a:defRPr>
            </a:lvl8pPr>
            <a:lvl9pPr indent="-381000" lvl="8" marL="4114800">
              <a:spcBef>
                <a:spcPts val="0"/>
              </a:spcBef>
              <a:spcAft>
                <a:spcPts val="0"/>
              </a:spcAft>
              <a:buClr>
                <a:schemeClr val="dk2"/>
              </a:buClr>
              <a:buSzPts val="2400"/>
              <a:buFont typeface="Nanum Myeongjo"/>
              <a:buChar char="■"/>
              <a:defRPr sz="2400" u="none">
                <a:solidFill>
                  <a:schemeClr val="dk2"/>
                </a:solidFill>
                <a:latin typeface="Nanum Myeongjo"/>
                <a:ea typeface="Nanum Myeongjo"/>
                <a:cs typeface="Nanum Myeongjo"/>
                <a:sym typeface="Nanum Myeongjo"/>
              </a:defRPr>
            </a:lvl9pPr>
          </a:lstStyle>
          <a:p/>
        </p:txBody>
      </p:sp>
      <p:sp>
        <p:nvSpPr>
          <p:cNvPr id="99" name="Google Shape;99;p22"/>
          <p:cNvSpPr txBox="1"/>
          <p:nvPr>
            <p:ph type="title"/>
          </p:nvPr>
        </p:nvSpPr>
        <p:spPr>
          <a:xfrm>
            <a:off x="5257467" y="327150"/>
            <a:ext cx="2743200" cy="3936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2"/>
              </a:buClr>
              <a:buSzPts val="1400"/>
              <a:buFont typeface="Albert Sans"/>
              <a:buNone/>
              <a:defRPr b="1" sz="1400">
                <a:solidFill>
                  <a:schemeClr val="lt2"/>
                </a:solidFill>
                <a:latin typeface="Albert Sans"/>
                <a:ea typeface="Albert Sans"/>
                <a:cs typeface="Albert Sans"/>
                <a:sym typeface="Albert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0" name="Google Shape;100;p22"/>
          <p:cNvSpPr/>
          <p:nvPr>
            <p:ph idx="3" type="pic"/>
          </p:nvPr>
        </p:nvSpPr>
        <p:spPr>
          <a:xfrm>
            <a:off x="8596800" y="223475"/>
            <a:ext cx="318600" cy="318600"/>
          </a:xfrm>
          <a:prstGeom prst="ellipse">
            <a:avLst/>
          </a:prstGeom>
          <a:noFill/>
          <a:ln>
            <a:noFill/>
          </a:ln>
        </p:spPr>
      </p:sp>
      <p:sp>
        <p:nvSpPr>
          <p:cNvPr id="101" name="Google Shape;101;p22"/>
          <p:cNvSpPr txBox="1"/>
          <p:nvPr>
            <p:ph idx="4" type="title"/>
          </p:nvPr>
        </p:nvSpPr>
        <p:spPr>
          <a:xfrm>
            <a:off x="7158725" y="4563900"/>
            <a:ext cx="1354500" cy="3936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2"/>
              </a:buClr>
              <a:buSzPts val="1000"/>
              <a:buFont typeface="Albert Sans"/>
              <a:buNone/>
              <a:defRPr sz="1000">
                <a:solidFill>
                  <a:schemeClr val="dk2"/>
                </a:solidFill>
                <a:latin typeface="Albert Sans"/>
                <a:ea typeface="Albert Sans"/>
                <a:cs typeface="Albert Sans"/>
                <a:sym typeface="Albert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2" name="Google Shape;102;p22"/>
          <p:cNvSpPr/>
          <p:nvPr>
            <p:ph idx="5" type="pic"/>
          </p:nvPr>
        </p:nvSpPr>
        <p:spPr>
          <a:xfrm rot="10800000">
            <a:off x="228600" y="2561290"/>
            <a:ext cx="2262600" cy="2348400"/>
          </a:xfrm>
          <a:prstGeom prst="round1Rect">
            <a:avLst>
              <a:gd fmla="val 4873" name="adj"/>
            </a:avLst>
          </a:prstGeom>
          <a:noFill/>
          <a:ln>
            <a:noFill/>
          </a:ln>
        </p:spPr>
      </p:sp>
      <p:sp>
        <p:nvSpPr>
          <p:cNvPr id="103" name="Google Shape;103;p22"/>
          <p:cNvSpPr/>
          <p:nvPr>
            <p:ph idx="6" type="pic"/>
          </p:nvPr>
        </p:nvSpPr>
        <p:spPr>
          <a:xfrm>
            <a:off x="2486554" y="223525"/>
            <a:ext cx="2262600" cy="2348400"/>
          </a:xfrm>
          <a:prstGeom prst="round1Rect">
            <a:avLst>
              <a:gd fmla="val 4873" name="adj"/>
            </a:avLst>
          </a:prstGeom>
          <a:noFill/>
          <a:ln>
            <a:noFill/>
          </a:ln>
        </p:spPr>
      </p:sp>
      <p:sp>
        <p:nvSpPr>
          <p:cNvPr id="104" name="Google Shape;104;p22"/>
          <p:cNvSpPr/>
          <p:nvPr>
            <p:ph idx="7" type="pic"/>
          </p:nvPr>
        </p:nvSpPr>
        <p:spPr>
          <a:xfrm flipH="1" rot="10800000">
            <a:off x="2486554" y="2561290"/>
            <a:ext cx="2262600" cy="2348400"/>
          </a:xfrm>
          <a:prstGeom prst="round1Rect">
            <a:avLst>
              <a:gd fmla="val 4873" name="adj"/>
            </a:avLst>
          </a:prstGeom>
          <a:noFill/>
          <a:ln>
            <a:noFill/>
          </a:ln>
        </p:spPr>
      </p:sp>
      <p:sp>
        <p:nvSpPr>
          <p:cNvPr id="105" name="Google Shape;105;p22"/>
          <p:cNvSpPr/>
          <p:nvPr>
            <p:ph idx="8" type="pic"/>
          </p:nvPr>
        </p:nvSpPr>
        <p:spPr>
          <a:xfrm flipH="1">
            <a:off x="228600" y="224575"/>
            <a:ext cx="2262600" cy="2348400"/>
          </a:xfrm>
          <a:prstGeom prst="round1Rect">
            <a:avLst>
              <a:gd fmla="val 4873" name="adj"/>
            </a:avLst>
          </a:prstGeom>
          <a:noFill/>
          <a:ln>
            <a:noFill/>
          </a:ln>
        </p:spPr>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allery">
  <p:cSld name="CUSTOM_3_1">
    <p:bg>
      <p:bgPr>
        <a:solidFill>
          <a:schemeClr val="lt2"/>
        </a:solidFill>
      </p:bgPr>
    </p:bg>
    <p:spTree>
      <p:nvGrpSpPr>
        <p:cNvPr id="106" name="Shape 106"/>
        <p:cNvGrpSpPr/>
        <p:nvPr/>
      </p:nvGrpSpPr>
      <p:grpSpPr>
        <a:xfrm>
          <a:off x="0" y="0"/>
          <a:ext cx="0" cy="0"/>
          <a:chOff x="0" y="0"/>
          <a:chExt cx="0" cy="0"/>
        </a:xfrm>
      </p:grpSpPr>
      <p:sp>
        <p:nvSpPr>
          <p:cNvPr id="107" name="Google Shape;107;p23"/>
          <p:cNvSpPr/>
          <p:nvPr>
            <p:ph idx="2" type="pic"/>
          </p:nvPr>
        </p:nvSpPr>
        <p:spPr>
          <a:xfrm>
            <a:off x="114275" y="114300"/>
            <a:ext cx="2919900" cy="2424300"/>
          </a:xfrm>
          <a:prstGeom prst="roundRect">
            <a:avLst>
              <a:gd fmla="val 2134" name="adj"/>
            </a:avLst>
          </a:prstGeom>
          <a:noFill/>
          <a:ln>
            <a:noFill/>
          </a:ln>
        </p:spPr>
      </p:sp>
      <p:sp>
        <p:nvSpPr>
          <p:cNvPr id="108" name="Google Shape;108;p23"/>
          <p:cNvSpPr/>
          <p:nvPr>
            <p:ph idx="3" type="pic"/>
          </p:nvPr>
        </p:nvSpPr>
        <p:spPr>
          <a:xfrm>
            <a:off x="3117080" y="114300"/>
            <a:ext cx="2919900" cy="2424300"/>
          </a:xfrm>
          <a:prstGeom prst="roundRect">
            <a:avLst>
              <a:gd fmla="val 2134" name="adj"/>
            </a:avLst>
          </a:prstGeom>
          <a:noFill/>
          <a:ln>
            <a:noFill/>
          </a:ln>
        </p:spPr>
      </p:sp>
      <p:sp>
        <p:nvSpPr>
          <p:cNvPr id="109" name="Google Shape;109;p23"/>
          <p:cNvSpPr/>
          <p:nvPr>
            <p:ph idx="4" type="pic"/>
          </p:nvPr>
        </p:nvSpPr>
        <p:spPr>
          <a:xfrm>
            <a:off x="114275" y="2604796"/>
            <a:ext cx="2919900" cy="2424300"/>
          </a:xfrm>
          <a:prstGeom prst="roundRect">
            <a:avLst>
              <a:gd fmla="val 2134" name="adj"/>
            </a:avLst>
          </a:prstGeom>
          <a:noFill/>
          <a:ln>
            <a:noFill/>
          </a:ln>
        </p:spPr>
      </p:sp>
      <p:sp>
        <p:nvSpPr>
          <p:cNvPr id="110" name="Google Shape;110;p23"/>
          <p:cNvSpPr/>
          <p:nvPr>
            <p:ph idx="5" type="pic"/>
          </p:nvPr>
        </p:nvSpPr>
        <p:spPr>
          <a:xfrm>
            <a:off x="3117080" y="2604796"/>
            <a:ext cx="2919900" cy="2424300"/>
          </a:xfrm>
          <a:prstGeom prst="roundRect">
            <a:avLst>
              <a:gd fmla="val 2134" name="adj"/>
            </a:avLst>
          </a:prstGeom>
          <a:noFill/>
          <a:ln>
            <a:noFill/>
          </a:ln>
        </p:spPr>
      </p:sp>
      <p:sp>
        <p:nvSpPr>
          <p:cNvPr id="111" name="Google Shape;111;p23"/>
          <p:cNvSpPr/>
          <p:nvPr>
            <p:ph idx="6" type="pic"/>
          </p:nvPr>
        </p:nvSpPr>
        <p:spPr>
          <a:xfrm>
            <a:off x="6109898" y="114300"/>
            <a:ext cx="2919900" cy="2424300"/>
          </a:xfrm>
          <a:prstGeom prst="roundRect">
            <a:avLst>
              <a:gd fmla="val 2134" name="adj"/>
            </a:avLst>
          </a:prstGeom>
          <a:noFill/>
          <a:ln>
            <a:noFill/>
          </a:ln>
        </p:spPr>
      </p:sp>
      <p:sp>
        <p:nvSpPr>
          <p:cNvPr id="112" name="Google Shape;112;p23"/>
          <p:cNvSpPr/>
          <p:nvPr>
            <p:ph idx="7" type="pic"/>
          </p:nvPr>
        </p:nvSpPr>
        <p:spPr>
          <a:xfrm>
            <a:off x="6109898" y="2604796"/>
            <a:ext cx="2919900" cy="2424300"/>
          </a:xfrm>
          <a:prstGeom prst="roundRect">
            <a:avLst>
              <a:gd fmla="val 2134" name="adj"/>
            </a:avLst>
          </a:prstGeom>
          <a:noFill/>
          <a:ln>
            <a:noFill/>
          </a:ln>
        </p:spPr>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lumn Text">
  <p:cSld name="CUSTOM_4">
    <p:bg>
      <p:bgPr>
        <a:solidFill>
          <a:schemeClr val="lt1"/>
        </a:solidFill>
      </p:bgPr>
    </p:bg>
    <p:spTree>
      <p:nvGrpSpPr>
        <p:cNvPr id="113" name="Shape 113"/>
        <p:cNvGrpSpPr/>
        <p:nvPr/>
      </p:nvGrpSpPr>
      <p:grpSpPr>
        <a:xfrm>
          <a:off x="0" y="0"/>
          <a:ext cx="0" cy="0"/>
          <a:chOff x="0" y="0"/>
          <a:chExt cx="0" cy="0"/>
        </a:xfrm>
      </p:grpSpPr>
      <p:sp>
        <p:nvSpPr>
          <p:cNvPr id="114" name="Google Shape;114;p24"/>
          <p:cNvSpPr txBox="1"/>
          <p:nvPr>
            <p:ph idx="1" type="body"/>
          </p:nvPr>
        </p:nvSpPr>
        <p:spPr>
          <a:xfrm>
            <a:off x="970234" y="770775"/>
            <a:ext cx="3729900" cy="1613700"/>
          </a:xfrm>
          <a:prstGeom prst="rect">
            <a:avLst/>
          </a:prstGeom>
          <a:noFill/>
        </p:spPr>
        <p:txBody>
          <a:bodyPr anchorCtr="0" anchor="t" bIns="91425" lIns="91425" spcFirstLastPara="1" rIns="91425" wrap="square" tIns="91425">
            <a:noAutofit/>
          </a:bodyPr>
          <a:lstStyle>
            <a:lvl1pPr indent="-381000" lvl="0" marL="457200">
              <a:spcBef>
                <a:spcPts val="0"/>
              </a:spcBef>
              <a:spcAft>
                <a:spcPts val="0"/>
              </a:spcAft>
              <a:buClr>
                <a:schemeClr val="dk2"/>
              </a:buClr>
              <a:buSzPts val="2400"/>
              <a:buFont typeface="Nanum Myeongjo"/>
              <a:buChar char="●"/>
              <a:defRPr sz="2400" u="none">
                <a:solidFill>
                  <a:schemeClr val="dk2"/>
                </a:solidFill>
                <a:latin typeface="Nanum Myeongjo"/>
                <a:ea typeface="Nanum Myeongjo"/>
                <a:cs typeface="Nanum Myeongjo"/>
                <a:sym typeface="Nanum Myeongjo"/>
              </a:defRPr>
            </a:lvl1pPr>
            <a:lvl2pPr indent="-381000" lvl="1" marL="914400">
              <a:spcBef>
                <a:spcPts val="0"/>
              </a:spcBef>
              <a:spcAft>
                <a:spcPts val="0"/>
              </a:spcAft>
              <a:buClr>
                <a:schemeClr val="dk2"/>
              </a:buClr>
              <a:buSzPts val="2400"/>
              <a:buFont typeface="Nanum Myeongjo"/>
              <a:buChar char="○"/>
              <a:defRPr sz="2400" u="none">
                <a:solidFill>
                  <a:schemeClr val="dk2"/>
                </a:solidFill>
                <a:latin typeface="Nanum Myeongjo"/>
                <a:ea typeface="Nanum Myeongjo"/>
                <a:cs typeface="Nanum Myeongjo"/>
                <a:sym typeface="Nanum Myeongjo"/>
              </a:defRPr>
            </a:lvl2pPr>
            <a:lvl3pPr indent="-381000" lvl="2" marL="1371600">
              <a:spcBef>
                <a:spcPts val="0"/>
              </a:spcBef>
              <a:spcAft>
                <a:spcPts val="0"/>
              </a:spcAft>
              <a:buClr>
                <a:schemeClr val="dk2"/>
              </a:buClr>
              <a:buSzPts val="2400"/>
              <a:buFont typeface="Nanum Myeongjo"/>
              <a:buChar char="■"/>
              <a:defRPr sz="2400" u="none">
                <a:solidFill>
                  <a:schemeClr val="dk2"/>
                </a:solidFill>
                <a:latin typeface="Nanum Myeongjo"/>
                <a:ea typeface="Nanum Myeongjo"/>
                <a:cs typeface="Nanum Myeongjo"/>
                <a:sym typeface="Nanum Myeongjo"/>
              </a:defRPr>
            </a:lvl3pPr>
            <a:lvl4pPr indent="-381000" lvl="3" marL="1828800">
              <a:spcBef>
                <a:spcPts val="0"/>
              </a:spcBef>
              <a:spcAft>
                <a:spcPts val="0"/>
              </a:spcAft>
              <a:buClr>
                <a:schemeClr val="dk2"/>
              </a:buClr>
              <a:buSzPts val="2400"/>
              <a:buFont typeface="Nanum Myeongjo"/>
              <a:buChar char="●"/>
              <a:defRPr sz="2400" u="none">
                <a:solidFill>
                  <a:schemeClr val="dk2"/>
                </a:solidFill>
                <a:latin typeface="Nanum Myeongjo"/>
                <a:ea typeface="Nanum Myeongjo"/>
                <a:cs typeface="Nanum Myeongjo"/>
                <a:sym typeface="Nanum Myeongjo"/>
              </a:defRPr>
            </a:lvl4pPr>
            <a:lvl5pPr indent="-381000" lvl="4" marL="2286000">
              <a:spcBef>
                <a:spcPts val="0"/>
              </a:spcBef>
              <a:spcAft>
                <a:spcPts val="0"/>
              </a:spcAft>
              <a:buClr>
                <a:schemeClr val="dk2"/>
              </a:buClr>
              <a:buSzPts val="2400"/>
              <a:buFont typeface="Nanum Myeongjo"/>
              <a:buChar char="○"/>
              <a:defRPr sz="2400" u="none">
                <a:solidFill>
                  <a:schemeClr val="dk2"/>
                </a:solidFill>
                <a:latin typeface="Nanum Myeongjo"/>
                <a:ea typeface="Nanum Myeongjo"/>
                <a:cs typeface="Nanum Myeongjo"/>
                <a:sym typeface="Nanum Myeongjo"/>
              </a:defRPr>
            </a:lvl5pPr>
            <a:lvl6pPr indent="-381000" lvl="5" marL="2743200">
              <a:spcBef>
                <a:spcPts val="0"/>
              </a:spcBef>
              <a:spcAft>
                <a:spcPts val="0"/>
              </a:spcAft>
              <a:buClr>
                <a:schemeClr val="dk2"/>
              </a:buClr>
              <a:buSzPts val="2400"/>
              <a:buFont typeface="Nanum Myeongjo"/>
              <a:buChar char="■"/>
              <a:defRPr sz="2400" u="none">
                <a:solidFill>
                  <a:schemeClr val="dk2"/>
                </a:solidFill>
                <a:latin typeface="Nanum Myeongjo"/>
                <a:ea typeface="Nanum Myeongjo"/>
                <a:cs typeface="Nanum Myeongjo"/>
                <a:sym typeface="Nanum Myeongjo"/>
              </a:defRPr>
            </a:lvl6pPr>
            <a:lvl7pPr indent="-381000" lvl="6" marL="3200400">
              <a:spcBef>
                <a:spcPts val="0"/>
              </a:spcBef>
              <a:spcAft>
                <a:spcPts val="0"/>
              </a:spcAft>
              <a:buClr>
                <a:schemeClr val="dk2"/>
              </a:buClr>
              <a:buSzPts val="2400"/>
              <a:buFont typeface="Nanum Myeongjo"/>
              <a:buChar char="●"/>
              <a:defRPr sz="2400" u="none">
                <a:solidFill>
                  <a:schemeClr val="dk2"/>
                </a:solidFill>
                <a:latin typeface="Nanum Myeongjo"/>
                <a:ea typeface="Nanum Myeongjo"/>
                <a:cs typeface="Nanum Myeongjo"/>
                <a:sym typeface="Nanum Myeongjo"/>
              </a:defRPr>
            </a:lvl7pPr>
            <a:lvl8pPr indent="-381000" lvl="7" marL="3657600">
              <a:spcBef>
                <a:spcPts val="0"/>
              </a:spcBef>
              <a:spcAft>
                <a:spcPts val="0"/>
              </a:spcAft>
              <a:buClr>
                <a:schemeClr val="dk2"/>
              </a:buClr>
              <a:buSzPts val="2400"/>
              <a:buFont typeface="Nanum Myeongjo"/>
              <a:buChar char="○"/>
              <a:defRPr sz="2400" u="none">
                <a:solidFill>
                  <a:schemeClr val="dk2"/>
                </a:solidFill>
                <a:latin typeface="Nanum Myeongjo"/>
                <a:ea typeface="Nanum Myeongjo"/>
                <a:cs typeface="Nanum Myeongjo"/>
                <a:sym typeface="Nanum Myeongjo"/>
              </a:defRPr>
            </a:lvl8pPr>
            <a:lvl9pPr indent="-381000" lvl="8" marL="4114800">
              <a:spcBef>
                <a:spcPts val="0"/>
              </a:spcBef>
              <a:spcAft>
                <a:spcPts val="0"/>
              </a:spcAft>
              <a:buClr>
                <a:schemeClr val="dk2"/>
              </a:buClr>
              <a:buSzPts val="2400"/>
              <a:buFont typeface="Nanum Myeongjo"/>
              <a:buChar char="■"/>
              <a:defRPr sz="2400" u="none">
                <a:solidFill>
                  <a:schemeClr val="dk2"/>
                </a:solidFill>
                <a:latin typeface="Nanum Myeongjo"/>
                <a:ea typeface="Nanum Myeongjo"/>
                <a:cs typeface="Nanum Myeongjo"/>
                <a:sym typeface="Nanum Myeongjo"/>
              </a:defRPr>
            </a:lvl9pPr>
          </a:lstStyle>
          <a:p/>
        </p:txBody>
      </p:sp>
      <p:sp>
        <p:nvSpPr>
          <p:cNvPr id="115" name="Google Shape;115;p24"/>
          <p:cNvSpPr txBox="1"/>
          <p:nvPr>
            <p:ph type="title"/>
          </p:nvPr>
        </p:nvSpPr>
        <p:spPr>
          <a:xfrm>
            <a:off x="956138" y="327150"/>
            <a:ext cx="2743200" cy="3936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2"/>
              </a:buClr>
              <a:buSzPts val="1400"/>
              <a:buFont typeface="Albert Sans"/>
              <a:buNone/>
              <a:defRPr b="1" sz="1400">
                <a:solidFill>
                  <a:schemeClr val="lt2"/>
                </a:solidFill>
                <a:latin typeface="Albert Sans"/>
                <a:ea typeface="Albert Sans"/>
                <a:cs typeface="Albert Sans"/>
                <a:sym typeface="Albert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6" name="Google Shape;116;p24"/>
          <p:cNvSpPr txBox="1"/>
          <p:nvPr>
            <p:ph idx="2" type="body"/>
          </p:nvPr>
        </p:nvSpPr>
        <p:spPr>
          <a:xfrm>
            <a:off x="5235225" y="824225"/>
            <a:ext cx="3321600" cy="3470400"/>
          </a:xfrm>
          <a:prstGeom prst="rect">
            <a:avLst/>
          </a:prstGeom>
          <a:noFill/>
        </p:spPr>
        <p:txBody>
          <a:bodyPr anchorCtr="0" anchor="t" bIns="91425" lIns="91425" spcFirstLastPara="1" rIns="91425" wrap="square" tIns="91425">
            <a:noAutofit/>
          </a:bodyPr>
          <a:lstStyle>
            <a:lvl1pPr indent="-317500" lvl="0" marL="457200">
              <a:lnSpc>
                <a:spcPct val="115000"/>
              </a:lnSpc>
              <a:spcBef>
                <a:spcPts val="0"/>
              </a:spcBef>
              <a:spcAft>
                <a:spcPts val="0"/>
              </a:spcAft>
              <a:buClr>
                <a:schemeClr val="dk2"/>
              </a:buClr>
              <a:buSzPts val="1400"/>
              <a:buFont typeface="Albert Sans"/>
              <a:buChar char="●"/>
              <a:defRPr u="none">
                <a:solidFill>
                  <a:schemeClr val="dk2"/>
                </a:solidFill>
              </a:defRPr>
            </a:lvl1pPr>
            <a:lvl2pPr indent="-317500" lvl="1" marL="914400">
              <a:lnSpc>
                <a:spcPct val="115000"/>
              </a:lnSpc>
              <a:spcBef>
                <a:spcPts val="1000"/>
              </a:spcBef>
              <a:spcAft>
                <a:spcPts val="0"/>
              </a:spcAft>
              <a:buClr>
                <a:schemeClr val="dk2"/>
              </a:buClr>
              <a:buSzPts val="1400"/>
              <a:buChar char="○"/>
              <a:defRPr u="none">
                <a:solidFill>
                  <a:schemeClr val="dk2"/>
                </a:solidFill>
              </a:defRPr>
            </a:lvl2pPr>
            <a:lvl3pPr indent="-317500" lvl="2" marL="1371600">
              <a:lnSpc>
                <a:spcPct val="115000"/>
              </a:lnSpc>
              <a:spcBef>
                <a:spcPts val="1000"/>
              </a:spcBef>
              <a:spcAft>
                <a:spcPts val="0"/>
              </a:spcAft>
              <a:buClr>
                <a:schemeClr val="dk2"/>
              </a:buClr>
              <a:buSzPts val="1400"/>
              <a:buChar char="■"/>
              <a:defRPr u="none">
                <a:solidFill>
                  <a:schemeClr val="dk2"/>
                </a:solidFill>
              </a:defRPr>
            </a:lvl3pPr>
            <a:lvl4pPr indent="-317500" lvl="3" marL="1828800">
              <a:lnSpc>
                <a:spcPct val="115000"/>
              </a:lnSpc>
              <a:spcBef>
                <a:spcPts val="1000"/>
              </a:spcBef>
              <a:spcAft>
                <a:spcPts val="0"/>
              </a:spcAft>
              <a:buClr>
                <a:schemeClr val="dk2"/>
              </a:buClr>
              <a:buSzPts val="1400"/>
              <a:buChar char="●"/>
              <a:defRPr u="none">
                <a:solidFill>
                  <a:schemeClr val="dk2"/>
                </a:solidFill>
              </a:defRPr>
            </a:lvl4pPr>
            <a:lvl5pPr indent="-317500" lvl="4" marL="2286000">
              <a:lnSpc>
                <a:spcPct val="115000"/>
              </a:lnSpc>
              <a:spcBef>
                <a:spcPts val="1000"/>
              </a:spcBef>
              <a:spcAft>
                <a:spcPts val="0"/>
              </a:spcAft>
              <a:buClr>
                <a:schemeClr val="dk2"/>
              </a:buClr>
              <a:buSzPts val="1400"/>
              <a:buChar char="○"/>
              <a:defRPr u="none">
                <a:solidFill>
                  <a:schemeClr val="dk2"/>
                </a:solidFill>
              </a:defRPr>
            </a:lvl5pPr>
            <a:lvl6pPr indent="-317500" lvl="5" marL="2743200">
              <a:lnSpc>
                <a:spcPct val="115000"/>
              </a:lnSpc>
              <a:spcBef>
                <a:spcPts val="1000"/>
              </a:spcBef>
              <a:spcAft>
                <a:spcPts val="0"/>
              </a:spcAft>
              <a:buClr>
                <a:schemeClr val="dk2"/>
              </a:buClr>
              <a:buSzPts val="1400"/>
              <a:buChar char="■"/>
              <a:defRPr u="none">
                <a:solidFill>
                  <a:schemeClr val="dk2"/>
                </a:solidFill>
              </a:defRPr>
            </a:lvl6pPr>
            <a:lvl7pPr indent="-317500" lvl="6" marL="3200400">
              <a:lnSpc>
                <a:spcPct val="115000"/>
              </a:lnSpc>
              <a:spcBef>
                <a:spcPts val="1000"/>
              </a:spcBef>
              <a:spcAft>
                <a:spcPts val="0"/>
              </a:spcAft>
              <a:buClr>
                <a:schemeClr val="dk2"/>
              </a:buClr>
              <a:buSzPts val="1400"/>
              <a:buChar char="●"/>
              <a:defRPr u="none">
                <a:solidFill>
                  <a:schemeClr val="dk2"/>
                </a:solidFill>
              </a:defRPr>
            </a:lvl7pPr>
            <a:lvl8pPr indent="-317500" lvl="7" marL="3657600">
              <a:lnSpc>
                <a:spcPct val="115000"/>
              </a:lnSpc>
              <a:spcBef>
                <a:spcPts val="1000"/>
              </a:spcBef>
              <a:spcAft>
                <a:spcPts val="0"/>
              </a:spcAft>
              <a:buClr>
                <a:schemeClr val="dk2"/>
              </a:buClr>
              <a:buSzPts val="1400"/>
              <a:buChar char="○"/>
              <a:defRPr u="none">
                <a:solidFill>
                  <a:schemeClr val="dk2"/>
                </a:solidFill>
              </a:defRPr>
            </a:lvl8pPr>
            <a:lvl9pPr indent="-317500" lvl="8" marL="4114800">
              <a:lnSpc>
                <a:spcPct val="115000"/>
              </a:lnSpc>
              <a:spcBef>
                <a:spcPts val="1000"/>
              </a:spcBef>
              <a:spcAft>
                <a:spcPts val="1000"/>
              </a:spcAft>
              <a:buClr>
                <a:schemeClr val="dk2"/>
              </a:buClr>
              <a:buSzPts val="1400"/>
              <a:buChar char="■"/>
              <a:defRPr u="none">
                <a:solidFill>
                  <a:schemeClr val="dk2"/>
                </a:solidFill>
              </a:defRPr>
            </a:lvl9pPr>
          </a:lstStyle>
          <a:p/>
        </p:txBody>
      </p:sp>
      <p:sp>
        <p:nvSpPr>
          <p:cNvPr id="117" name="Google Shape;117;p24"/>
          <p:cNvSpPr/>
          <p:nvPr>
            <p:ph idx="3" type="pic"/>
          </p:nvPr>
        </p:nvSpPr>
        <p:spPr>
          <a:xfrm>
            <a:off x="8596800" y="223475"/>
            <a:ext cx="318600" cy="318600"/>
          </a:xfrm>
          <a:prstGeom prst="ellipse">
            <a:avLst/>
          </a:prstGeom>
          <a:noFill/>
          <a:ln>
            <a:noFill/>
          </a:ln>
        </p:spPr>
      </p:sp>
      <p:sp>
        <p:nvSpPr>
          <p:cNvPr id="118" name="Google Shape;118;p24"/>
          <p:cNvSpPr txBox="1"/>
          <p:nvPr>
            <p:ph idx="4" type="title"/>
          </p:nvPr>
        </p:nvSpPr>
        <p:spPr>
          <a:xfrm>
            <a:off x="7158725" y="4563900"/>
            <a:ext cx="1354500" cy="3936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2"/>
              </a:buClr>
              <a:buSzPts val="1000"/>
              <a:buFont typeface="Albert Sans"/>
              <a:buNone/>
              <a:defRPr sz="1000">
                <a:solidFill>
                  <a:schemeClr val="dk2"/>
                </a:solidFill>
                <a:latin typeface="Albert Sans"/>
                <a:ea typeface="Albert Sans"/>
                <a:cs typeface="Albert Sans"/>
                <a:sym typeface="Albert Sans"/>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cept">
  <p:cSld name="CUSTOM_4_1">
    <p:bg>
      <p:bgPr>
        <a:solidFill>
          <a:schemeClr val="lt1"/>
        </a:solidFill>
      </p:bgPr>
    </p:bg>
    <p:spTree>
      <p:nvGrpSpPr>
        <p:cNvPr id="119" name="Shape 119"/>
        <p:cNvGrpSpPr/>
        <p:nvPr/>
      </p:nvGrpSpPr>
      <p:grpSpPr>
        <a:xfrm>
          <a:off x="0" y="0"/>
          <a:ext cx="0" cy="0"/>
          <a:chOff x="0" y="0"/>
          <a:chExt cx="0" cy="0"/>
        </a:xfrm>
      </p:grpSpPr>
      <p:sp>
        <p:nvSpPr>
          <p:cNvPr id="120" name="Google Shape;120;p25"/>
          <p:cNvSpPr txBox="1"/>
          <p:nvPr>
            <p:ph idx="1" type="body"/>
          </p:nvPr>
        </p:nvSpPr>
        <p:spPr>
          <a:xfrm>
            <a:off x="949503" y="770775"/>
            <a:ext cx="7171500" cy="1613700"/>
          </a:xfrm>
          <a:prstGeom prst="rect">
            <a:avLst/>
          </a:prstGeom>
        </p:spPr>
        <p:txBody>
          <a:bodyPr anchorCtr="0" anchor="t" bIns="91425" lIns="91425" spcFirstLastPara="1" rIns="91425" wrap="square" tIns="91425">
            <a:noAutofit/>
          </a:bodyPr>
          <a:lstStyle>
            <a:lvl1pPr indent="-381000" lvl="0" marL="457200">
              <a:spcBef>
                <a:spcPts val="0"/>
              </a:spcBef>
              <a:spcAft>
                <a:spcPts val="0"/>
              </a:spcAft>
              <a:buClr>
                <a:schemeClr val="dk2"/>
              </a:buClr>
              <a:buSzPts val="2400"/>
              <a:buFont typeface="Nanum Myeongjo"/>
              <a:buChar char="●"/>
              <a:defRPr sz="2400" u="none">
                <a:solidFill>
                  <a:schemeClr val="dk2"/>
                </a:solidFill>
                <a:latin typeface="Nanum Myeongjo"/>
                <a:ea typeface="Nanum Myeongjo"/>
                <a:cs typeface="Nanum Myeongjo"/>
                <a:sym typeface="Nanum Myeongjo"/>
              </a:defRPr>
            </a:lvl1pPr>
            <a:lvl2pPr indent="-381000" lvl="1" marL="914400">
              <a:spcBef>
                <a:spcPts val="0"/>
              </a:spcBef>
              <a:spcAft>
                <a:spcPts val="0"/>
              </a:spcAft>
              <a:buClr>
                <a:schemeClr val="dk2"/>
              </a:buClr>
              <a:buSzPts val="2400"/>
              <a:buFont typeface="Nanum Myeongjo"/>
              <a:buChar char="○"/>
              <a:defRPr sz="2400" u="none">
                <a:solidFill>
                  <a:schemeClr val="dk2"/>
                </a:solidFill>
                <a:latin typeface="Nanum Myeongjo"/>
                <a:ea typeface="Nanum Myeongjo"/>
                <a:cs typeface="Nanum Myeongjo"/>
                <a:sym typeface="Nanum Myeongjo"/>
              </a:defRPr>
            </a:lvl2pPr>
            <a:lvl3pPr indent="-381000" lvl="2" marL="1371600">
              <a:spcBef>
                <a:spcPts val="0"/>
              </a:spcBef>
              <a:spcAft>
                <a:spcPts val="0"/>
              </a:spcAft>
              <a:buClr>
                <a:schemeClr val="dk2"/>
              </a:buClr>
              <a:buSzPts val="2400"/>
              <a:buFont typeface="Nanum Myeongjo"/>
              <a:buChar char="■"/>
              <a:defRPr sz="2400" u="none">
                <a:solidFill>
                  <a:schemeClr val="dk2"/>
                </a:solidFill>
                <a:latin typeface="Nanum Myeongjo"/>
                <a:ea typeface="Nanum Myeongjo"/>
                <a:cs typeface="Nanum Myeongjo"/>
                <a:sym typeface="Nanum Myeongjo"/>
              </a:defRPr>
            </a:lvl3pPr>
            <a:lvl4pPr indent="-381000" lvl="3" marL="1828800">
              <a:spcBef>
                <a:spcPts val="0"/>
              </a:spcBef>
              <a:spcAft>
                <a:spcPts val="0"/>
              </a:spcAft>
              <a:buClr>
                <a:schemeClr val="dk2"/>
              </a:buClr>
              <a:buSzPts val="2400"/>
              <a:buFont typeface="Nanum Myeongjo"/>
              <a:buChar char="●"/>
              <a:defRPr sz="2400" u="none">
                <a:solidFill>
                  <a:schemeClr val="dk2"/>
                </a:solidFill>
                <a:latin typeface="Nanum Myeongjo"/>
                <a:ea typeface="Nanum Myeongjo"/>
                <a:cs typeface="Nanum Myeongjo"/>
                <a:sym typeface="Nanum Myeongjo"/>
              </a:defRPr>
            </a:lvl4pPr>
            <a:lvl5pPr indent="-381000" lvl="4" marL="2286000">
              <a:spcBef>
                <a:spcPts val="0"/>
              </a:spcBef>
              <a:spcAft>
                <a:spcPts val="0"/>
              </a:spcAft>
              <a:buClr>
                <a:schemeClr val="dk2"/>
              </a:buClr>
              <a:buSzPts val="2400"/>
              <a:buFont typeface="Nanum Myeongjo"/>
              <a:buChar char="○"/>
              <a:defRPr sz="2400" u="none">
                <a:solidFill>
                  <a:schemeClr val="dk2"/>
                </a:solidFill>
                <a:latin typeface="Nanum Myeongjo"/>
                <a:ea typeface="Nanum Myeongjo"/>
                <a:cs typeface="Nanum Myeongjo"/>
                <a:sym typeface="Nanum Myeongjo"/>
              </a:defRPr>
            </a:lvl5pPr>
            <a:lvl6pPr indent="-381000" lvl="5" marL="2743200">
              <a:spcBef>
                <a:spcPts val="0"/>
              </a:spcBef>
              <a:spcAft>
                <a:spcPts val="0"/>
              </a:spcAft>
              <a:buClr>
                <a:schemeClr val="dk2"/>
              </a:buClr>
              <a:buSzPts val="2400"/>
              <a:buFont typeface="Nanum Myeongjo"/>
              <a:buChar char="■"/>
              <a:defRPr sz="2400" u="none">
                <a:solidFill>
                  <a:schemeClr val="dk2"/>
                </a:solidFill>
                <a:latin typeface="Nanum Myeongjo"/>
                <a:ea typeface="Nanum Myeongjo"/>
                <a:cs typeface="Nanum Myeongjo"/>
                <a:sym typeface="Nanum Myeongjo"/>
              </a:defRPr>
            </a:lvl6pPr>
            <a:lvl7pPr indent="-381000" lvl="6" marL="3200400">
              <a:spcBef>
                <a:spcPts val="0"/>
              </a:spcBef>
              <a:spcAft>
                <a:spcPts val="0"/>
              </a:spcAft>
              <a:buClr>
                <a:schemeClr val="dk2"/>
              </a:buClr>
              <a:buSzPts val="2400"/>
              <a:buFont typeface="Nanum Myeongjo"/>
              <a:buChar char="●"/>
              <a:defRPr sz="2400" u="none">
                <a:solidFill>
                  <a:schemeClr val="dk2"/>
                </a:solidFill>
                <a:latin typeface="Nanum Myeongjo"/>
                <a:ea typeface="Nanum Myeongjo"/>
                <a:cs typeface="Nanum Myeongjo"/>
                <a:sym typeface="Nanum Myeongjo"/>
              </a:defRPr>
            </a:lvl7pPr>
            <a:lvl8pPr indent="-381000" lvl="7" marL="3657600">
              <a:spcBef>
                <a:spcPts val="0"/>
              </a:spcBef>
              <a:spcAft>
                <a:spcPts val="0"/>
              </a:spcAft>
              <a:buClr>
                <a:schemeClr val="dk2"/>
              </a:buClr>
              <a:buSzPts val="2400"/>
              <a:buFont typeface="Nanum Myeongjo"/>
              <a:buChar char="○"/>
              <a:defRPr sz="2400" u="none">
                <a:solidFill>
                  <a:schemeClr val="dk2"/>
                </a:solidFill>
                <a:latin typeface="Nanum Myeongjo"/>
                <a:ea typeface="Nanum Myeongjo"/>
                <a:cs typeface="Nanum Myeongjo"/>
                <a:sym typeface="Nanum Myeongjo"/>
              </a:defRPr>
            </a:lvl8pPr>
            <a:lvl9pPr indent="-381000" lvl="8" marL="4114800">
              <a:spcBef>
                <a:spcPts val="0"/>
              </a:spcBef>
              <a:spcAft>
                <a:spcPts val="0"/>
              </a:spcAft>
              <a:buClr>
                <a:schemeClr val="dk2"/>
              </a:buClr>
              <a:buSzPts val="2400"/>
              <a:buFont typeface="Nanum Myeongjo"/>
              <a:buChar char="■"/>
              <a:defRPr sz="2400" u="none">
                <a:solidFill>
                  <a:schemeClr val="dk2"/>
                </a:solidFill>
                <a:latin typeface="Nanum Myeongjo"/>
                <a:ea typeface="Nanum Myeongjo"/>
                <a:cs typeface="Nanum Myeongjo"/>
                <a:sym typeface="Nanum Myeongjo"/>
              </a:defRPr>
            </a:lvl9pPr>
          </a:lstStyle>
          <a:p/>
        </p:txBody>
      </p:sp>
      <p:sp>
        <p:nvSpPr>
          <p:cNvPr id="121" name="Google Shape;121;p25"/>
          <p:cNvSpPr txBox="1"/>
          <p:nvPr>
            <p:ph type="title"/>
          </p:nvPr>
        </p:nvSpPr>
        <p:spPr>
          <a:xfrm>
            <a:off x="956138" y="327150"/>
            <a:ext cx="2743200" cy="3936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2"/>
              </a:buClr>
              <a:buSzPts val="1400"/>
              <a:buFont typeface="Albert Sans"/>
              <a:buNone/>
              <a:defRPr b="1" sz="1400">
                <a:solidFill>
                  <a:schemeClr val="lt2"/>
                </a:solidFill>
                <a:latin typeface="Albert Sans"/>
                <a:ea typeface="Albert Sans"/>
                <a:cs typeface="Albert Sans"/>
                <a:sym typeface="Albert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2" name="Google Shape;122;p25"/>
          <p:cNvSpPr txBox="1"/>
          <p:nvPr>
            <p:ph idx="2" type="body"/>
          </p:nvPr>
        </p:nvSpPr>
        <p:spPr>
          <a:xfrm>
            <a:off x="961716" y="2599900"/>
            <a:ext cx="7145100" cy="1802100"/>
          </a:xfrm>
          <a:prstGeom prst="rect">
            <a:avLst/>
          </a:prstGeom>
        </p:spPr>
        <p:txBody>
          <a:bodyPr anchorCtr="0" anchor="t" bIns="91425" lIns="91425" spcFirstLastPara="1" rIns="91425" wrap="square" tIns="91425">
            <a:noAutofit/>
          </a:bodyPr>
          <a:lstStyle>
            <a:lvl1pPr indent="-317500" lvl="0" marL="457200">
              <a:lnSpc>
                <a:spcPct val="115000"/>
              </a:lnSpc>
              <a:spcBef>
                <a:spcPts val="0"/>
              </a:spcBef>
              <a:spcAft>
                <a:spcPts val="0"/>
              </a:spcAft>
              <a:buClr>
                <a:schemeClr val="dk2"/>
              </a:buClr>
              <a:buSzPts val="1400"/>
              <a:buFont typeface="Albert Sans"/>
              <a:buChar char="●"/>
              <a:defRPr u="none">
                <a:solidFill>
                  <a:schemeClr val="dk2"/>
                </a:solidFill>
              </a:defRPr>
            </a:lvl1pPr>
            <a:lvl2pPr indent="-317500" lvl="1" marL="914400">
              <a:lnSpc>
                <a:spcPct val="115000"/>
              </a:lnSpc>
              <a:spcBef>
                <a:spcPts val="1000"/>
              </a:spcBef>
              <a:spcAft>
                <a:spcPts val="0"/>
              </a:spcAft>
              <a:buClr>
                <a:schemeClr val="dk2"/>
              </a:buClr>
              <a:buSzPts val="1400"/>
              <a:buChar char="○"/>
              <a:defRPr u="none">
                <a:solidFill>
                  <a:schemeClr val="dk2"/>
                </a:solidFill>
              </a:defRPr>
            </a:lvl2pPr>
            <a:lvl3pPr indent="-317500" lvl="2" marL="1371600">
              <a:lnSpc>
                <a:spcPct val="115000"/>
              </a:lnSpc>
              <a:spcBef>
                <a:spcPts val="1000"/>
              </a:spcBef>
              <a:spcAft>
                <a:spcPts val="0"/>
              </a:spcAft>
              <a:buClr>
                <a:schemeClr val="dk2"/>
              </a:buClr>
              <a:buSzPts val="1400"/>
              <a:buChar char="■"/>
              <a:defRPr u="none">
                <a:solidFill>
                  <a:schemeClr val="dk2"/>
                </a:solidFill>
              </a:defRPr>
            </a:lvl3pPr>
            <a:lvl4pPr indent="-317500" lvl="3" marL="1828800">
              <a:lnSpc>
                <a:spcPct val="115000"/>
              </a:lnSpc>
              <a:spcBef>
                <a:spcPts val="1000"/>
              </a:spcBef>
              <a:spcAft>
                <a:spcPts val="0"/>
              </a:spcAft>
              <a:buClr>
                <a:schemeClr val="dk2"/>
              </a:buClr>
              <a:buSzPts val="1400"/>
              <a:buChar char="●"/>
              <a:defRPr u="none">
                <a:solidFill>
                  <a:schemeClr val="dk2"/>
                </a:solidFill>
              </a:defRPr>
            </a:lvl4pPr>
            <a:lvl5pPr indent="-317500" lvl="4" marL="2286000">
              <a:lnSpc>
                <a:spcPct val="115000"/>
              </a:lnSpc>
              <a:spcBef>
                <a:spcPts val="1000"/>
              </a:spcBef>
              <a:spcAft>
                <a:spcPts val="0"/>
              </a:spcAft>
              <a:buClr>
                <a:schemeClr val="dk2"/>
              </a:buClr>
              <a:buSzPts val="1400"/>
              <a:buChar char="○"/>
              <a:defRPr u="none">
                <a:solidFill>
                  <a:schemeClr val="dk2"/>
                </a:solidFill>
              </a:defRPr>
            </a:lvl5pPr>
            <a:lvl6pPr indent="-317500" lvl="5" marL="2743200">
              <a:lnSpc>
                <a:spcPct val="115000"/>
              </a:lnSpc>
              <a:spcBef>
                <a:spcPts val="1000"/>
              </a:spcBef>
              <a:spcAft>
                <a:spcPts val="0"/>
              </a:spcAft>
              <a:buClr>
                <a:schemeClr val="dk2"/>
              </a:buClr>
              <a:buSzPts val="1400"/>
              <a:buChar char="■"/>
              <a:defRPr u="none">
                <a:solidFill>
                  <a:schemeClr val="dk2"/>
                </a:solidFill>
              </a:defRPr>
            </a:lvl6pPr>
            <a:lvl7pPr indent="-317500" lvl="6" marL="3200400">
              <a:lnSpc>
                <a:spcPct val="115000"/>
              </a:lnSpc>
              <a:spcBef>
                <a:spcPts val="1000"/>
              </a:spcBef>
              <a:spcAft>
                <a:spcPts val="0"/>
              </a:spcAft>
              <a:buClr>
                <a:schemeClr val="dk2"/>
              </a:buClr>
              <a:buSzPts val="1400"/>
              <a:buChar char="●"/>
              <a:defRPr u="none">
                <a:solidFill>
                  <a:schemeClr val="dk2"/>
                </a:solidFill>
              </a:defRPr>
            </a:lvl7pPr>
            <a:lvl8pPr indent="-317500" lvl="7" marL="3657600">
              <a:lnSpc>
                <a:spcPct val="115000"/>
              </a:lnSpc>
              <a:spcBef>
                <a:spcPts val="1000"/>
              </a:spcBef>
              <a:spcAft>
                <a:spcPts val="0"/>
              </a:spcAft>
              <a:buClr>
                <a:schemeClr val="dk2"/>
              </a:buClr>
              <a:buSzPts val="1400"/>
              <a:buChar char="○"/>
              <a:defRPr u="none">
                <a:solidFill>
                  <a:schemeClr val="dk2"/>
                </a:solidFill>
              </a:defRPr>
            </a:lvl8pPr>
            <a:lvl9pPr indent="-317500" lvl="8" marL="4114800">
              <a:lnSpc>
                <a:spcPct val="115000"/>
              </a:lnSpc>
              <a:spcBef>
                <a:spcPts val="1000"/>
              </a:spcBef>
              <a:spcAft>
                <a:spcPts val="1000"/>
              </a:spcAft>
              <a:buClr>
                <a:schemeClr val="dk2"/>
              </a:buClr>
              <a:buSzPts val="1400"/>
              <a:buChar char="■"/>
              <a:defRPr u="none">
                <a:solidFill>
                  <a:schemeClr val="dk2"/>
                </a:solidFill>
              </a:defRPr>
            </a:lvl9pPr>
          </a:lstStyle>
          <a:p/>
        </p:txBody>
      </p:sp>
      <p:sp>
        <p:nvSpPr>
          <p:cNvPr id="123" name="Google Shape;123;p25"/>
          <p:cNvSpPr/>
          <p:nvPr>
            <p:ph idx="3" type="pic"/>
          </p:nvPr>
        </p:nvSpPr>
        <p:spPr>
          <a:xfrm>
            <a:off x="8596800" y="223475"/>
            <a:ext cx="318600" cy="318600"/>
          </a:xfrm>
          <a:prstGeom prst="ellipse">
            <a:avLst/>
          </a:prstGeom>
          <a:noFill/>
          <a:ln>
            <a:noFill/>
          </a:ln>
        </p:spPr>
      </p:sp>
      <p:sp>
        <p:nvSpPr>
          <p:cNvPr id="124" name="Google Shape;124;p25"/>
          <p:cNvSpPr txBox="1"/>
          <p:nvPr>
            <p:ph idx="4" type="title"/>
          </p:nvPr>
        </p:nvSpPr>
        <p:spPr>
          <a:xfrm>
            <a:off x="7158725" y="4563900"/>
            <a:ext cx="1354500" cy="3936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2"/>
              </a:buClr>
              <a:buSzPts val="1000"/>
              <a:buFont typeface="Albert Sans"/>
              <a:buNone/>
              <a:defRPr sz="1000">
                <a:solidFill>
                  <a:schemeClr val="dk2"/>
                </a:solidFill>
                <a:latin typeface="Albert Sans"/>
                <a:ea typeface="Albert Sans"/>
                <a:cs typeface="Albert Sans"/>
                <a:sym typeface="Albert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e Problem">
  <p:cSld name="CUSTOM_6">
    <p:spTree>
      <p:nvGrpSpPr>
        <p:cNvPr id="125" name="Shape 125"/>
        <p:cNvGrpSpPr/>
        <p:nvPr/>
      </p:nvGrpSpPr>
      <p:grpSpPr>
        <a:xfrm>
          <a:off x="0" y="0"/>
          <a:ext cx="0" cy="0"/>
          <a:chOff x="0" y="0"/>
          <a:chExt cx="0" cy="0"/>
        </a:xfrm>
      </p:grpSpPr>
      <p:sp>
        <p:nvSpPr>
          <p:cNvPr id="126" name="Google Shape;126;p26"/>
          <p:cNvSpPr/>
          <p:nvPr>
            <p:ph idx="2" type="pic"/>
          </p:nvPr>
        </p:nvSpPr>
        <p:spPr>
          <a:xfrm>
            <a:off x="8596800" y="223475"/>
            <a:ext cx="318600" cy="318600"/>
          </a:xfrm>
          <a:prstGeom prst="ellipse">
            <a:avLst/>
          </a:prstGeom>
          <a:noFill/>
          <a:ln>
            <a:noFill/>
          </a:ln>
        </p:spPr>
      </p:sp>
      <p:sp>
        <p:nvSpPr>
          <p:cNvPr id="127" name="Google Shape;127;p26"/>
          <p:cNvSpPr txBox="1"/>
          <p:nvPr>
            <p:ph type="title"/>
          </p:nvPr>
        </p:nvSpPr>
        <p:spPr>
          <a:xfrm>
            <a:off x="7158725" y="4563900"/>
            <a:ext cx="1354500" cy="3936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2"/>
              </a:buClr>
              <a:buSzPts val="1000"/>
              <a:buFont typeface="Albert Sans"/>
              <a:buNone/>
              <a:defRPr sz="1000">
                <a:solidFill>
                  <a:schemeClr val="dk2"/>
                </a:solidFill>
                <a:latin typeface="Albert Sans"/>
                <a:ea typeface="Albert Sans"/>
                <a:cs typeface="Albert Sans"/>
                <a:sym typeface="Albert Sans"/>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128" name="Google Shape;128;p26"/>
          <p:cNvSpPr txBox="1"/>
          <p:nvPr>
            <p:ph idx="1" type="subTitle"/>
          </p:nvPr>
        </p:nvSpPr>
        <p:spPr>
          <a:xfrm>
            <a:off x="958450" y="2692875"/>
            <a:ext cx="7137900" cy="20133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2400"/>
              <a:buFont typeface="Nanum Myeongjo"/>
              <a:buNone/>
              <a:defRPr b="0" sz="2400">
                <a:latin typeface="Nanum Myeongjo"/>
                <a:ea typeface="Nanum Myeongjo"/>
                <a:cs typeface="Nanum Myeongjo"/>
                <a:sym typeface="Nanum Myeongjo"/>
              </a:defRPr>
            </a:lvl1pPr>
            <a:lvl2pPr lvl="1">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2pPr>
            <a:lvl3pPr lvl="2">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3pPr>
            <a:lvl4pPr lvl="3">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4pPr>
            <a:lvl5pPr lvl="4">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5pPr>
            <a:lvl6pPr lvl="5">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6pPr>
            <a:lvl7pPr lvl="6">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7pPr>
            <a:lvl8pPr lvl="7">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8pPr>
            <a:lvl9pPr lvl="8">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9pPr>
          </a:lstStyle>
          <a:p/>
        </p:txBody>
      </p:sp>
      <p:sp>
        <p:nvSpPr>
          <p:cNvPr id="129" name="Google Shape;129;p26"/>
          <p:cNvSpPr txBox="1"/>
          <p:nvPr>
            <p:ph idx="3" type="title"/>
          </p:nvPr>
        </p:nvSpPr>
        <p:spPr>
          <a:xfrm>
            <a:off x="956150" y="555750"/>
            <a:ext cx="3558600" cy="393600"/>
          </a:xfrm>
          <a:prstGeom prst="rect">
            <a:avLst/>
          </a:prstGeom>
        </p:spPr>
        <p:txBody>
          <a:bodyPr anchorCtr="0" anchor="ctr" bIns="91425" lIns="91425" spcFirstLastPara="1" rIns="91425" wrap="square" tIns="91425">
            <a:noAutofit/>
          </a:bodyPr>
          <a:lstStyle>
            <a:lvl1pPr lvl="0">
              <a:spcBef>
                <a:spcPts val="0"/>
              </a:spcBef>
              <a:spcAft>
                <a:spcPts val="0"/>
              </a:spcAft>
              <a:buClr>
                <a:schemeClr val="accent1"/>
              </a:buClr>
              <a:buSzPts val="1400"/>
              <a:buFont typeface="Albert Sans"/>
              <a:buNone/>
              <a:defRPr b="1" sz="1400">
                <a:solidFill>
                  <a:schemeClr val="accent1"/>
                </a:solidFill>
                <a:latin typeface="Albert Sans"/>
                <a:ea typeface="Albert Sans"/>
                <a:cs typeface="Albert Sans"/>
                <a:sym typeface="Albert Sans"/>
              </a:defRPr>
            </a:lvl1pPr>
            <a:lvl2pPr lvl="1">
              <a:spcBef>
                <a:spcPts val="0"/>
              </a:spcBef>
              <a:spcAft>
                <a:spcPts val="0"/>
              </a:spcAft>
              <a:buClr>
                <a:schemeClr val="accent1"/>
              </a:buClr>
              <a:buSzPts val="1400"/>
              <a:buNone/>
              <a:defRPr>
                <a:solidFill>
                  <a:schemeClr val="accent1"/>
                </a:solidFill>
              </a:defRPr>
            </a:lvl2pPr>
            <a:lvl3pPr lvl="2">
              <a:spcBef>
                <a:spcPts val="0"/>
              </a:spcBef>
              <a:spcAft>
                <a:spcPts val="0"/>
              </a:spcAft>
              <a:buClr>
                <a:schemeClr val="accent1"/>
              </a:buClr>
              <a:buSzPts val="1400"/>
              <a:buNone/>
              <a:defRPr>
                <a:solidFill>
                  <a:schemeClr val="accent1"/>
                </a:solidFill>
              </a:defRPr>
            </a:lvl3pPr>
            <a:lvl4pPr lvl="3">
              <a:spcBef>
                <a:spcPts val="0"/>
              </a:spcBef>
              <a:spcAft>
                <a:spcPts val="0"/>
              </a:spcAft>
              <a:buClr>
                <a:schemeClr val="accent1"/>
              </a:buClr>
              <a:buSzPts val="1400"/>
              <a:buNone/>
              <a:defRPr>
                <a:solidFill>
                  <a:schemeClr val="accent1"/>
                </a:solidFill>
              </a:defRPr>
            </a:lvl4pPr>
            <a:lvl5pPr lvl="4">
              <a:spcBef>
                <a:spcPts val="0"/>
              </a:spcBef>
              <a:spcAft>
                <a:spcPts val="0"/>
              </a:spcAft>
              <a:buClr>
                <a:schemeClr val="accent1"/>
              </a:buClr>
              <a:buSzPts val="1400"/>
              <a:buNone/>
              <a:defRPr>
                <a:solidFill>
                  <a:schemeClr val="accent1"/>
                </a:solidFill>
              </a:defRPr>
            </a:lvl5pPr>
            <a:lvl6pPr lvl="5">
              <a:spcBef>
                <a:spcPts val="0"/>
              </a:spcBef>
              <a:spcAft>
                <a:spcPts val="0"/>
              </a:spcAft>
              <a:buClr>
                <a:schemeClr val="accent1"/>
              </a:buClr>
              <a:buSzPts val="1400"/>
              <a:buNone/>
              <a:defRPr>
                <a:solidFill>
                  <a:schemeClr val="accent1"/>
                </a:solidFill>
              </a:defRPr>
            </a:lvl6pPr>
            <a:lvl7pPr lvl="6">
              <a:spcBef>
                <a:spcPts val="0"/>
              </a:spcBef>
              <a:spcAft>
                <a:spcPts val="0"/>
              </a:spcAft>
              <a:buClr>
                <a:schemeClr val="accent1"/>
              </a:buClr>
              <a:buSzPts val="1400"/>
              <a:buNone/>
              <a:defRPr>
                <a:solidFill>
                  <a:schemeClr val="accent1"/>
                </a:solidFill>
              </a:defRPr>
            </a:lvl7pPr>
            <a:lvl8pPr lvl="7">
              <a:spcBef>
                <a:spcPts val="0"/>
              </a:spcBef>
              <a:spcAft>
                <a:spcPts val="0"/>
              </a:spcAft>
              <a:buClr>
                <a:schemeClr val="accent1"/>
              </a:buClr>
              <a:buSzPts val="1400"/>
              <a:buNone/>
              <a:defRPr>
                <a:solidFill>
                  <a:schemeClr val="accent1"/>
                </a:solidFill>
              </a:defRPr>
            </a:lvl8pPr>
            <a:lvl9pPr lvl="8">
              <a:spcBef>
                <a:spcPts val="0"/>
              </a:spcBef>
              <a:spcAft>
                <a:spcPts val="0"/>
              </a:spcAft>
              <a:buClr>
                <a:schemeClr val="accent1"/>
              </a:buClr>
              <a:buSzPts val="1400"/>
              <a:buNone/>
              <a:defRPr>
                <a:solidFill>
                  <a:schemeClr val="accent1"/>
                </a:solidFill>
              </a:defRPr>
            </a:lvl9pPr>
          </a:lstStyle>
          <a:p/>
        </p:txBody>
      </p:sp>
      <p:sp>
        <p:nvSpPr>
          <p:cNvPr id="130" name="Google Shape;130;p26"/>
          <p:cNvSpPr txBox="1"/>
          <p:nvPr>
            <p:ph idx="4" type="title"/>
          </p:nvPr>
        </p:nvSpPr>
        <p:spPr>
          <a:xfrm>
            <a:off x="941263" y="866159"/>
            <a:ext cx="7137900" cy="20133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6000"/>
              <a:buFont typeface="Albert Sans"/>
              <a:buNone/>
              <a:defRPr sz="6000">
                <a:latin typeface="Albert Sans"/>
                <a:ea typeface="Albert Sans"/>
                <a:cs typeface="Albert Sans"/>
                <a:sym typeface="Albert Sans"/>
              </a:defRPr>
            </a:lvl1pPr>
            <a:lvl2pPr lvl="1">
              <a:spcBef>
                <a:spcPts val="0"/>
              </a:spcBef>
              <a:spcAft>
                <a:spcPts val="0"/>
              </a:spcAft>
              <a:buClr>
                <a:schemeClr val="lt1"/>
              </a:buClr>
              <a:buSzPts val="1400"/>
              <a:buNone/>
              <a:defRPr/>
            </a:lvl2pPr>
            <a:lvl3pPr lvl="2">
              <a:spcBef>
                <a:spcPts val="0"/>
              </a:spcBef>
              <a:spcAft>
                <a:spcPts val="0"/>
              </a:spcAft>
              <a:buClr>
                <a:schemeClr val="lt1"/>
              </a:buClr>
              <a:buSzPts val="1400"/>
              <a:buNone/>
              <a:defRPr/>
            </a:lvl3pPr>
            <a:lvl4pPr lvl="3">
              <a:spcBef>
                <a:spcPts val="0"/>
              </a:spcBef>
              <a:spcAft>
                <a:spcPts val="0"/>
              </a:spcAft>
              <a:buClr>
                <a:schemeClr val="lt1"/>
              </a:buClr>
              <a:buSzPts val="1400"/>
              <a:buNone/>
              <a:defRPr/>
            </a:lvl4pPr>
            <a:lvl5pPr lvl="4">
              <a:spcBef>
                <a:spcPts val="0"/>
              </a:spcBef>
              <a:spcAft>
                <a:spcPts val="0"/>
              </a:spcAft>
              <a:buClr>
                <a:schemeClr val="lt1"/>
              </a:buClr>
              <a:buSzPts val="1400"/>
              <a:buNone/>
              <a:defRPr/>
            </a:lvl5pPr>
            <a:lvl6pPr lvl="5">
              <a:spcBef>
                <a:spcPts val="0"/>
              </a:spcBef>
              <a:spcAft>
                <a:spcPts val="0"/>
              </a:spcAft>
              <a:buClr>
                <a:schemeClr val="lt1"/>
              </a:buClr>
              <a:buSzPts val="1400"/>
              <a:buNone/>
              <a:defRPr/>
            </a:lvl6pPr>
            <a:lvl7pPr lvl="6">
              <a:spcBef>
                <a:spcPts val="0"/>
              </a:spcBef>
              <a:spcAft>
                <a:spcPts val="0"/>
              </a:spcAft>
              <a:buClr>
                <a:schemeClr val="lt1"/>
              </a:buClr>
              <a:buSzPts val="1400"/>
              <a:buNone/>
              <a:defRPr/>
            </a:lvl7pPr>
            <a:lvl8pPr lvl="7">
              <a:spcBef>
                <a:spcPts val="0"/>
              </a:spcBef>
              <a:spcAft>
                <a:spcPts val="0"/>
              </a:spcAft>
              <a:buClr>
                <a:schemeClr val="lt1"/>
              </a:buClr>
              <a:buSzPts val="1400"/>
              <a:buNone/>
              <a:defRPr/>
            </a:lvl8pPr>
            <a:lvl9pPr lvl="8">
              <a:spcBef>
                <a:spcPts val="0"/>
              </a:spcBef>
              <a:spcAft>
                <a:spcPts val="0"/>
              </a:spcAft>
              <a:buClr>
                <a:schemeClr val="lt1"/>
              </a:buClr>
              <a:buSzPts val="1400"/>
              <a:buNone/>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eatures &amp; Benefits">
  <p:cSld name="CUSTOM_7">
    <p:spTree>
      <p:nvGrpSpPr>
        <p:cNvPr id="131" name="Shape 131"/>
        <p:cNvGrpSpPr/>
        <p:nvPr/>
      </p:nvGrpSpPr>
      <p:grpSpPr>
        <a:xfrm>
          <a:off x="0" y="0"/>
          <a:ext cx="0" cy="0"/>
          <a:chOff x="0" y="0"/>
          <a:chExt cx="0" cy="0"/>
        </a:xfrm>
      </p:grpSpPr>
      <p:sp>
        <p:nvSpPr>
          <p:cNvPr id="132" name="Google Shape;132;p27"/>
          <p:cNvSpPr txBox="1"/>
          <p:nvPr>
            <p:ph idx="1" type="subTitle"/>
          </p:nvPr>
        </p:nvSpPr>
        <p:spPr>
          <a:xfrm>
            <a:off x="-394525" y="762900"/>
            <a:ext cx="2958300" cy="11604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1pPr>
            <a:lvl2pPr lvl="1">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2pPr>
            <a:lvl3pPr lvl="2">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3pPr>
            <a:lvl4pPr lvl="3">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4pPr>
            <a:lvl5pPr lvl="4">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5pPr>
            <a:lvl6pPr lvl="5">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6pPr>
            <a:lvl7pPr lvl="6">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7pPr>
            <a:lvl8pPr lvl="7">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8pPr>
            <a:lvl9pPr lvl="8">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9pPr>
          </a:lstStyle>
          <a:p/>
        </p:txBody>
      </p:sp>
      <p:sp>
        <p:nvSpPr>
          <p:cNvPr id="133" name="Google Shape;133;p27"/>
          <p:cNvSpPr txBox="1"/>
          <p:nvPr>
            <p:ph idx="2" type="subTitle"/>
          </p:nvPr>
        </p:nvSpPr>
        <p:spPr>
          <a:xfrm>
            <a:off x="7780000" y="762900"/>
            <a:ext cx="1961700" cy="11604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1400"/>
              <a:buFont typeface="Albert Sans"/>
              <a:buNone/>
              <a:defRPr/>
            </a:lvl1pPr>
            <a:lvl2pPr lvl="1">
              <a:spcBef>
                <a:spcPts val="0"/>
              </a:spcBef>
              <a:spcAft>
                <a:spcPts val="0"/>
              </a:spcAft>
              <a:buClr>
                <a:schemeClr val="lt1"/>
              </a:buClr>
              <a:buSzPts val="1400"/>
              <a:buFont typeface="Albert Sans"/>
              <a:buNone/>
              <a:defRPr/>
            </a:lvl2pPr>
            <a:lvl3pPr lvl="2">
              <a:spcBef>
                <a:spcPts val="0"/>
              </a:spcBef>
              <a:spcAft>
                <a:spcPts val="0"/>
              </a:spcAft>
              <a:buClr>
                <a:schemeClr val="lt1"/>
              </a:buClr>
              <a:buSzPts val="1400"/>
              <a:buFont typeface="Albert Sans"/>
              <a:buNone/>
              <a:defRPr/>
            </a:lvl3pPr>
            <a:lvl4pPr lvl="3">
              <a:spcBef>
                <a:spcPts val="0"/>
              </a:spcBef>
              <a:spcAft>
                <a:spcPts val="0"/>
              </a:spcAft>
              <a:buClr>
                <a:schemeClr val="lt1"/>
              </a:buClr>
              <a:buSzPts val="1400"/>
              <a:buFont typeface="Albert Sans"/>
              <a:buNone/>
              <a:defRPr/>
            </a:lvl4pPr>
            <a:lvl5pPr lvl="4">
              <a:spcBef>
                <a:spcPts val="0"/>
              </a:spcBef>
              <a:spcAft>
                <a:spcPts val="0"/>
              </a:spcAft>
              <a:buClr>
                <a:schemeClr val="lt1"/>
              </a:buClr>
              <a:buSzPts val="1400"/>
              <a:buFont typeface="Albert Sans"/>
              <a:buNone/>
              <a:defRPr/>
            </a:lvl5pPr>
            <a:lvl6pPr lvl="5">
              <a:spcBef>
                <a:spcPts val="0"/>
              </a:spcBef>
              <a:spcAft>
                <a:spcPts val="0"/>
              </a:spcAft>
              <a:buClr>
                <a:schemeClr val="lt1"/>
              </a:buClr>
              <a:buSzPts val="1400"/>
              <a:buFont typeface="Albert Sans"/>
              <a:buNone/>
              <a:defRPr/>
            </a:lvl6pPr>
            <a:lvl7pPr lvl="6">
              <a:spcBef>
                <a:spcPts val="0"/>
              </a:spcBef>
              <a:spcAft>
                <a:spcPts val="0"/>
              </a:spcAft>
              <a:buClr>
                <a:schemeClr val="lt1"/>
              </a:buClr>
              <a:buSzPts val="1400"/>
              <a:buFont typeface="Albert Sans"/>
              <a:buNone/>
              <a:defRPr/>
            </a:lvl7pPr>
            <a:lvl8pPr lvl="7">
              <a:spcBef>
                <a:spcPts val="0"/>
              </a:spcBef>
              <a:spcAft>
                <a:spcPts val="0"/>
              </a:spcAft>
              <a:buClr>
                <a:schemeClr val="lt1"/>
              </a:buClr>
              <a:buSzPts val="1400"/>
              <a:buFont typeface="Albert Sans"/>
              <a:buNone/>
              <a:defRPr/>
            </a:lvl8pPr>
            <a:lvl9pPr lvl="8">
              <a:spcBef>
                <a:spcPts val="0"/>
              </a:spcBef>
              <a:spcAft>
                <a:spcPts val="0"/>
              </a:spcAft>
              <a:buClr>
                <a:schemeClr val="lt1"/>
              </a:buClr>
              <a:buSzPts val="1400"/>
              <a:buFont typeface="Albert Sans"/>
              <a:buNone/>
              <a:defRPr/>
            </a:lvl9pPr>
          </a:lstStyle>
          <a:p/>
        </p:txBody>
      </p:sp>
      <p:sp>
        <p:nvSpPr>
          <p:cNvPr id="134" name="Google Shape;134;p27"/>
          <p:cNvSpPr txBox="1"/>
          <p:nvPr>
            <p:ph idx="3" type="subTitle"/>
          </p:nvPr>
        </p:nvSpPr>
        <p:spPr>
          <a:xfrm>
            <a:off x="-867225" y="1991550"/>
            <a:ext cx="2011500" cy="11604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1400"/>
              <a:buFont typeface="Albert Sans"/>
              <a:buNone/>
              <a:defRPr/>
            </a:lvl1pPr>
            <a:lvl2pPr lvl="1">
              <a:spcBef>
                <a:spcPts val="0"/>
              </a:spcBef>
              <a:spcAft>
                <a:spcPts val="0"/>
              </a:spcAft>
              <a:buClr>
                <a:schemeClr val="lt1"/>
              </a:buClr>
              <a:buSzPts val="1400"/>
              <a:buFont typeface="Albert Sans"/>
              <a:buNone/>
              <a:defRPr/>
            </a:lvl2pPr>
            <a:lvl3pPr lvl="2">
              <a:spcBef>
                <a:spcPts val="0"/>
              </a:spcBef>
              <a:spcAft>
                <a:spcPts val="0"/>
              </a:spcAft>
              <a:buClr>
                <a:schemeClr val="lt1"/>
              </a:buClr>
              <a:buSzPts val="1400"/>
              <a:buFont typeface="Albert Sans"/>
              <a:buNone/>
              <a:defRPr/>
            </a:lvl3pPr>
            <a:lvl4pPr lvl="3">
              <a:spcBef>
                <a:spcPts val="0"/>
              </a:spcBef>
              <a:spcAft>
                <a:spcPts val="0"/>
              </a:spcAft>
              <a:buClr>
                <a:schemeClr val="lt1"/>
              </a:buClr>
              <a:buSzPts val="1400"/>
              <a:buFont typeface="Albert Sans"/>
              <a:buNone/>
              <a:defRPr/>
            </a:lvl4pPr>
            <a:lvl5pPr lvl="4">
              <a:spcBef>
                <a:spcPts val="0"/>
              </a:spcBef>
              <a:spcAft>
                <a:spcPts val="0"/>
              </a:spcAft>
              <a:buClr>
                <a:schemeClr val="lt1"/>
              </a:buClr>
              <a:buSzPts val="1400"/>
              <a:buFont typeface="Albert Sans"/>
              <a:buNone/>
              <a:defRPr/>
            </a:lvl5pPr>
            <a:lvl6pPr lvl="5">
              <a:spcBef>
                <a:spcPts val="0"/>
              </a:spcBef>
              <a:spcAft>
                <a:spcPts val="0"/>
              </a:spcAft>
              <a:buClr>
                <a:schemeClr val="lt1"/>
              </a:buClr>
              <a:buSzPts val="1400"/>
              <a:buFont typeface="Albert Sans"/>
              <a:buNone/>
              <a:defRPr/>
            </a:lvl6pPr>
            <a:lvl7pPr lvl="6">
              <a:spcBef>
                <a:spcPts val="0"/>
              </a:spcBef>
              <a:spcAft>
                <a:spcPts val="0"/>
              </a:spcAft>
              <a:buClr>
                <a:schemeClr val="lt1"/>
              </a:buClr>
              <a:buSzPts val="1400"/>
              <a:buFont typeface="Albert Sans"/>
              <a:buNone/>
              <a:defRPr/>
            </a:lvl7pPr>
            <a:lvl8pPr lvl="7">
              <a:spcBef>
                <a:spcPts val="0"/>
              </a:spcBef>
              <a:spcAft>
                <a:spcPts val="0"/>
              </a:spcAft>
              <a:buClr>
                <a:schemeClr val="lt1"/>
              </a:buClr>
              <a:buSzPts val="1400"/>
              <a:buFont typeface="Albert Sans"/>
              <a:buNone/>
              <a:defRPr/>
            </a:lvl8pPr>
            <a:lvl9pPr lvl="8">
              <a:spcBef>
                <a:spcPts val="0"/>
              </a:spcBef>
              <a:spcAft>
                <a:spcPts val="0"/>
              </a:spcAft>
              <a:buClr>
                <a:schemeClr val="lt1"/>
              </a:buClr>
              <a:buSzPts val="1400"/>
              <a:buFont typeface="Albert Sans"/>
              <a:buNone/>
              <a:defRPr/>
            </a:lvl9pPr>
          </a:lstStyle>
          <a:p/>
        </p:txBody>
      </p:sp>
      <p:sp>
        <p:nvSpPr>
          <p:cNvPr id="135" name="Google Shape;135;p27"/>
          <p:cNvSpPr txBox="1"/>
          <p:nvPr>
            <p:ph idx="4" type="subTitle"/>
          </p:nvPr>
        </p:nvSpPr>
        <p:spPr>
          <a:xfrm>
            <a:off x="1384800" y="1991550"/>
            <a:ext cx="1961700" cy="11604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1pPr>
            <a:lvl2pPr lvl="1">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2pPr>
            <a:lvl3pPr lvl="2">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3pPr>
            <a:lvl4pPr lvl="3">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4pPr>
            <a:lvl5pPr lvl="4">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5pPr>
            <a:lvl6pPr lvl="5">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6pPr>
            <a:lvl7pPr lvl="6">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7pPr>
            <a:lvl8pPr lvl="7">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8pPr>
            <a:lvl9pPr lvl="8">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9pPr>
          </a:lstStyle>
          <a:p/>
        </p:txBody>
      </p:sp>
      <p:sp>
        <p:nvSpPr>
          <p:cNvPr id="136" name="Google Shape;136;p27"/>
          <p:cNvSpPr txBox="1"/>
          <p:nvPr>
            <p:ph idx="5" type="subTitle"/>
          </p:nvPr>
        </p:nvSpPr>
        <p:spPr>
          <a:xfrm>
            <a:off x="3556975" y="1991550"/>
            <a:ext cx="4403400" cy="11604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6000"/>
              <a:buNone/>
              <a:defRPr b="0" sz="6000"/>
            </a:lvl1pPr>
            <a:lvl2pPr lvl="1">
              <a:spcBef>
                <a:spcPts val="0"/>
              </a:spcBef>
              <a:spcAft>
                <a:spcPts val="0"/>
              </a:spcAft>
              <a:buClr>
                <a:schemeClr val="lt1"/>
              </a:buClr>
              <a:buSzPts val="6000"/>
              <a:buFont typeface="Albert Sans"/>
              <a:buNone/>
              <a:defRPr sz="6000"/>
            </a:lvl2pPr>
            <a:lvl3pPr lvl="2">
              <a:spcBef>
                <a:spcPts val="0"/>
              </a:spcBef>
              <a:spcAft>
                <a:spcPts val="0"/>
              </a:spcAft>
              <a:buClr>
                <a:schemeClr val="lt1"/>
              </a:buClr>
              <a:buSzPts val="6000"/>
              <a:buFont typeface="Albert Sans"/>
              <a:buNone/>
              <a:defRPr sz="6000"/>
            </a:lvl3pPr>
            <a:lvl4pPr lvl="3">
              <a:spcBef>
                <a:spcPts val="0"/>
              </a:spcBef>
              <a:spcAft>
                <a:spcPts val="0"/>
              </a:spcAft>
              <a:buClr>
                <a:schemeClr val="lt1"/>
              </a:buClr>
              <a:buSzPts val="6000"/>
              <a:buFont typeface="Albert Sans"/>
              <a:buNone/>
              <a:defRPr sz="6000"/>
            </a:lvl4pPr>
            <a:lvl5pPr lvl="4">
              <a:spcBef>
                <a:spcPts val="0"/>
              </a:spcBef>
              <a:spcAft>
                <a:spcPts val="0"/>
              </a:spcAft>
              <a:buClr>
                <a:schemeClr val="lt1"/>
              </a:buClr>
              <a:buSzPts val="6000"/>
              <a:buFont typeface="Albert Sans"/>
              <a:buNone/>
              <a:defRPr sz="6000"/>
            </a:lvl5pPr>
            <a:lvl6pPr lvl="5">
              <a:spcBef>
                <a:spcPts val="0"/>
              </a:spcBef>
              <a:spcAft>
                <a:spcPts val="0"/>
              </a:spcAft>
              <a:buClr>
                <a:schemeClr val="lt1"/>
              </a:buClr>
              <a:buSzPts val="6000"/>
              <a:buFont typeface="Albert Sans"/>
              <a:buNone/>
              <a:defRPr sz="6000"/>
            </a:lvl6pPr>
            <a:lvl7pPr lvl="6">
              <a:spcBef>
                <a:spcPts val="0"/>
              </a:spcBef>
              <a:spcAft>
                <a:spcPts val="0"/>
              </a:spcAft>
              <a:buClr>
                <a:schemeClr val="lt1"/>
              </a:buClr>
              <a:buSzPts val="6000"/>
              <a:buFont typeface="Albert Sans"/>
              <a:buNone/>
              <a:defRPr sz="6000"/>
            </a:lvl7pPr>
            <a:lvl8pPr lvl="7">
              <a:spcBef>
                <a:spcPts val="0"/>
              </a:spcBef>
              <a:spcAft>
                <a:spcPts val="0"/>
              </a:spcAft>
              <a:buClr>
                <a:schemeClr val="lt1"/>
              </a:buClr>
              <a:buSzPts val="6000"/>
              <a:buFont typeface="Albert Sans"/>
              <a:buNone/>
              <a:defRPr sz="6000"/>
            </a:lvl8pPr>
            <a:lvl9pPr lvl="8">
              <a:spcBef>
                <a:spcPts val="0"/>
              </a:spcBef>
              <a:spcAft>
                <a:spcPts val="0"/>
              </a:spcAft>
              <a:buClr>
                <a:schemeClr val="lt1"/>
              </a:buClr>
              <a:buSzPts val="6000"/>
              <a:buFont typeface="Albert Sans"/>
              <a:buNone/>
              <a:defRPr sz="6000"/>
            </a:lvl9pPr>
          </a:lstStyle>
          <a:p/>
        </p:txBody>
      </p:sp>
      <p:sp>
        <p:nvSpPr>
          <p:cNvPr id="137" name="Google Shape;137;p27"/>
          <p:cNvSpPr txBox="1"/>
          <p:nvPr>
            <p:ph idx="6" type="subTitle"/>
          </p:nvPr>
        </p:nvSpPr>
        <p:spPr>
          <a:xfrm>
            <a:off x="8207225" y="1991550"/>
            <a:ext cx="2216400" cy="11604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1pPr>
            <a:lvl2pPr lvl="1">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2pPr>
            <a:lvl3pPr lvl="2">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3pPr>
            <a:lvl4pPr lvl="3">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4pPr>
            <a:lvl5pPr lvl="4">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5pPr>
            <a:lvl6pPr lvl="5">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6pPr>
            <a:lvl7pPr lvl="6">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7pPr>
            <a:lvl8pPr lvl="7">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8pPr>
            <a:lvl9pPr lvl="8">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9pPr>
          </a:lstStyle>
          <a:p/>
        </p:txBody>
      </p:sp>
      <p:sp>
        <p:nvSpPr>
          <p:cNvPr id="138" name="Google Shape;138;p27"/>
          <p:cNvSpPr txBox="1"/>
          <p:nvPr>
            <p:ph idx="7" type="subTitle"/>
          </p:nvPr>
        </p:nvSpPr>
        <p:spPr>
          <a:xfrm>
            <a:off x="307950" y="3220200"/>
            <a:ext cx="3807600" cy="11604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1pPr>
            <a:lvl2pPr lvl="1">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2pPr>
            <a:lvl3pPr lvl="2">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3pPr>
            <a:lvl4pPr lvl="3">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4pPr>
            <a:lvl5pPr lvl="4">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5pPr>
            <a:lvl6pPr lvl="5">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6pPr>
            <a:lvl7pPr lvl="6">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7pPr>
            <a:lvl8pPr lvl="7">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8pPr>
            <a:lvl9pPr lvl="8">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9pPr>
          </a:lstStyle>
          <a:p/>
        </p:txBody>
      </p:sp>
      <p:sp>
        <p:nvSpPr>
          <p:cNvPr id="139" name="Google Shape;139;p27"/>
          <p:cNvSpPr txBox="1"/>
          <p:nvPr>
            <p:ph idx="8" type="subTitle"/>
          </p:nvPr>
        </p:nvSpPr>
        <p:spPr>
          <a:xfrm>
            <a:off x="4367925" y="3220200"/>
            <a:ext cx="2121000" cy="11604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1400"/>
              <a:buFont typeface="Albert Sans"/>
              <a:buNone/>
              <a:defRPr/>
            </a:lvl1pPr>
            <a:lvl2pPr lvl="1">
              <a:spcBef>
                <a:spcPts val="0"/>
              </a:spcBef>
              <a:spcAft>
                <a:spcPts val="0"/>
              </a:spcAft>
              <a:buClr>
                <a:schemeClr val="lt1"/>
              </a:buClr>
              <a:buSzPts val="1400"/>
              <a:buFont typeface="Albert Sans"/>
              <a:buNone/>
              <a:defRPr/>
            </a:lvl2pPr>
            <a:lvl3pPr lvl="2">
              <a:spcBef>
                <a:spcPts val="0"/>
              </a:spcBef>
              <a:spcAft>
                <a:spcPts val="0"/>
              </a:spcAft>
              <a:buClr>
                <a:schemeClr val="lt1"/>
              </a:buClr>
              <a:buSzPts val="1400"/>
              <a:buFont typeface="Albert Sans"/>
              <a:buNone/>
              <a:defRPr/>
            </a:lvl3pPr>
            <a:lvl4pPr lvl="3">
              <a:spcBef>
                <a:spcPts val="0"/>
              </a:spcBef>
              <a:spcAft>
                <a:spcPts val="0"/>
              </a:spcAft>
              <a:buClr>
                <a:schemeClr val="lt1"/>
              </a:buClr>
              <a:buSzPts val="1400"/>
              <a:buFont typeface="Albert Sans"/>
              <a:buNone/>
              <a:defRPr/>
            </a:lvl4pPr>
            <a:lvl5pPr lvl="4">
              <a:spcBef>
                <a:spcPts val="0"/>
              </a:spcBef>
              <a:spcAft>
                <a:spcPts val="0"/>
              </a:spcAft>
              <a:buClr>
                <a:schemeClr val="lt1"/>
              </a:buClr>
              <a:buSzPts val="1400"/>
              <a:buFont typeface="Albert Sans"/>
              <a:buNone/>
              <a:defRPr/>
            </a:lvl5pPr>
            <a:lvl6pPr lvl="5">
              <a:spcBef>
                <a:spcPts val="0"/>
              </a:spcBef>
              <a:spcAft>
                <a:spcPts val="0"/>
              </a:spcAft>
              <a:buClr>
                <a:schemeClr val="lt1"/>
              </a:buClr>
              <a:buSzPts val="1400"/>
              <a:buFont typeface="Albert Sans"/>
              <a:buNone/>
              <a:defRPr/>
            </a:lvl6pPr>
            <a:lvl7pPr lvl="6">
              <a:spcBef>
                <a:spcPts val="0"/>
              </a:spcBef>
              <a:spcAft>
                <a:spcPts val="0"/>
              </a:spcAft>
              <a:buClr>
                <a:schemeClr val="lt1"/>
              </a:buClr>
              <a:buSzPts val="1400"/>
              <a:buFont typeface="Albert Sans"/>
              <a:buNone/>
              <a:defRPr/>
            </a:lvl7pPr>
            <a:lvl8pPr lvl="7">
              <a:spcBef>
                <a:spcPts val="0"/>
              </a:spcBef>
              <a:spcAft>
                <a:spcPts val="0"/>
              </a:spcAft>
              <a:buClr>
                <a:schemeClr val="lt1"/>
              </a:buClr>
              <a:buSzPts val="1400"/>
              <a:buFont typeface="Albert Sans"/>
              <a:buNone/>
              <a:defRPr/>
            </a:lvl8pPr>
            <a:lvl9pPr lvl="8">
              <a:spcBef>
                <a:spcPts val="0"/>
              </a:spcBef>
              <a:spcAft>
                <a:spcPts val="0"/>
              </a:spcAft>
              <a:buClr>
                <a:schemeClr val="lt1"/>
              </a:buClr>
              <a:buSzPts val="1400"/>
              <a:buFont typeface="Albert Sans"/>
              <a:buNone/>
              <a:defRPr/>
            </a:lvl9pPr>
          </a:lstStyle>
          <a:p/>
        </p:txBody>
      </p:sp>
      <p:sp>
        <p:nvSpPr>
          <p:cNvPr id="140" name="Google Shape;140;p27"/>
          <p:cNvSpPr txBox="1"/>
          <p:nvPr>
            <p:ph idx="9" type="subTitle"/>
          </p:nvPr>
        </p:nvSpPr>
        <p:spPr>
          <a:xfrm>
            <a:off x="6718750" y="3220200"/>
            <a:ext cx="2383200" cy="11604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1pPr>
            <a:lvl2pPr lvl="1">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2pPr>
            <a:lvl3pPr lvl="2">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3pPr>
            <a:lvl4pPr lvl="3">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4pPr>
            <a:lvl5pPr lvl="4">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5pPr>
            <a:lvl6pPr lvl="5">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6pPr>
            <a:lvl7pPr lvl="6">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7pPr>
            <a:lvl8pPr lvl="7">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8pPr>
            <a:lvl9pPr lvl="8">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9pPr>
          </a:lstStyle>
          <a:p/>
        </p:txBody>
      </p:sp>
      <p:sp>
        <p:nvSpPr>
          <p:cNvPr id="141" name="Google Shape;141;p27"/>
          <p:cNvSpPr txBox="1"/>
          <p:nvPr>
            <p:ph idx="13" type="subTitle"/>
          </p:nvPr>
        </p:nvSpPr>
        <p:spPr>
          <a:xfrm>
            <a:off x="2793625" y="762900"/>
            <a:ext cx="2143500" cy="11604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1400"/>
              <a:buFont typeface="Albert Sans"/>
              <a:buNone/>
              <a:defRPr/>
            </a:lvl1pPr>
            <a:lvl2pPr lvl="1">
              <a:spcBef>
                <a:spcPts val="0"/>
              </a:spcBef>
              <a:spcAft>
                <a:spcPts val="0"/>
              </a:spcAft>
              <a:buClr>
                <a:schemeClr val="lt1"/>
              </a:buClr>
              <a:buSzPts val="1400"/>
              <a:buFont typeface="Albert Sans"/>
              <a:buNone/>
              <a:defRPr/>
            </a:lvl2pPr>
            <a:lvl3pPr lvl="2">
              <a:spcBef>
                <a:spcPts val="0"/>
              </a:spcBef>
              <a:spcAft>
                <a:spcPts val="0"/>
              </a:spcAft>
              <a:buClr>
                <a:schemeClr val="lt1"/>
              </a:buClr>
              <a:buSzPts val="1400"/>
              <a:buFont typeface="Albert Sans"/>
              <a:buNone/>
              <a:defRPr/>
            </a:lvl3pPr>
            <a:lvl4pPr lvl="3">
              <a:spcBef>
                <a:spcPts val="0"/>
              </a:spcBef>
              <a:spcAft>
                <a:spcPts val="0"/>
              </a:spcAft>
              <a:buClr>
                <a:schemeClr val="lt1"/>
              </a:buClr>
              <a:buSzPts val="1400"/>
              <a:buFont typeface="Albert Sans"/>
              <a:buNone/>
              <a:defRPr/>
            </a:lvl4pPr>
            <a:lvl5pPr lvl="4">
              <a:spcBef>
                <a:spcPts val="0"/>
              </a:spcBef>
              <a:spcAft>
                <a:spcPts val="0"/>
              </a:spcAft>
              <a:buClr>
                <a:schemeClr val="lt1"/>
              </a:buClr>
              <a:buSzPts val="1400"/>
              <a:buFont typeface="Albert Sans"/>
              <a:buNone/>
              <a:defRPr/>
            </a:lvl5pPr>
            <a:lvl6pPr lvl="5">
              <a:spcBef>
                <a:spcPts val="0"/>
              </a:spcBef>
              <a:spcAft>
                <a:spcPts val="0"/>
              </a:spcAft>
              <a:buClr>
                <a:schemeClr val="lt1"/>
              </a:buClr>
              <a:buSzPts val="1400"/>
              <a:buFont typeface="Albert Sans"/>
              <a:buNone/>
              <a:defRPr/>
            </a:lvl6pPr>
            <a:lvl7pPr lvl="6">
              <a:spcBef>
                <a:spcPts val="0"/>
              </a:spcBef>
              <a:spcAft>
                <a:spcPts val="0"/>
              </a:spcAft>
              <a:buClr>
                <a:schemeClr val="lt1"/>
              </a:buClr>
              <a:buSzPts val="1400"/>
              <a:buFont typeface="Albert Sans"/>
              <a:buNone/>
              <a:defRPr/>
            </a:lvl7pPr>
            <a:lvl8pPr lvl="7">
              <a:spcBef>
                <a:spcPts val="0"/>
              </a:spcBef>
              <a:spcAft>
                <a:spcPts val="0"/>
              </a:spcAft>
              <a:buClr>
                <a:schemeClr val="lt1"/>
              </a:buClr>
              <a:buSzPts val="1400"/>
              <a:buFont typeface="Albert Sans"/>
              <a:buNone/>
              <a:defRPr/>
            </a:lvl8pPr>
            <a:lvl9pPr lvl="8">
              <a:spcBef>
                <a:spcPts val="0"/>
              </a:spcBef>
              <a:spcAft>
                <a:spcPts val="0"/>
              </a:spcAft>
              <a:buClr>
                <a:schemeClr val="lt1"/>
              </a:buClr>
              <a:buSzPts val="1400"/>
              <a:buFont typeface="Albert Sans"/>
              <a:buNone/>
              <a:defRPr/>
            </a:lvl9pPr>
          </a:lstStyle>
          <a:p/>
        </p:txBody>
      </p:sp>
      <p:sp>
        <p:nvSpPr>
          <p:cNvPr id="142" name="Google Shape;142;p27"/>
          <p:cNvSpPr txBox="1"/>
          <p:nvPr>
            <p:ph idx="14" type="subTitle"/>
          </p:nvPr>
        </p:nvSpPr>
        <p:spPr>
          <a:xfrm>
            <a:off x="5151963" y="762900"/>
            <a:ext cx="2413200" cy="11604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1pPr>
            <a:lvl2pPr lvl="1">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2pPr>
            <a:lvl3pPr lvl="2">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3pPr>
            <a:lvl4pPr lvl="3">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4pPr>
            <a:lvl5pPr lvl="4">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5pPr>
            <a:lvl6pPr lvl="5">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6pPr>
            <a:lvl7pPr lvl="6">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7pPr>
            <a:lvl8pPr lvl="7">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8pPr>
            <a:lvl9pPr lvl="8">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9pPr>
          </a:lstStyle>
          <a:p/>
        </p:txBody>
      </p:sp>
      <p:sp>
        <p:nvSpPr>
          <p:cNvPr id="143" name="Google Shape;143;p27"/>
          <p:cNvSpPr/>
          <p:nvPr>
            <p:ph idx="15" type="pic"/>
          </p:nvPr>
        </p:nvSpPr>
        <p:spPr>
          <a:xfrm>
            <a:off x="8596800" y="223475"/>
            <a:ext cx="318600" cy="318600"/>
          </a:xfrm>
          <a:prstGeom prst="ellipse">
            <a:avLst/>
          </a:prstGeom>
          <a:noFill/>
          <a:ln>
            <a:noFill/>
          </a:ln>
        </p:spPr>
      </p:sp>
      <p:sp>
        <p:nvSpPr>
          <p:cNvPr id="144" name="Google Shape;144;p27"/>
          <p:cNvSpPr txBox="1"/>
          <p:nvPr>
            <p:ph type="title"/>
          </p:nvPr>
        </p:nvSpPr>
        <p:spPr>
          <a:xfrm>
            <a:off x="7158725" y="4563900"/>
            <a:ext cx="1354500" cy="3936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2"/>
              </a:buClr>
              <a:buSzPts val="1000"/>
              <a:buFont typeface="Albert Sans"/>
              <a:buNone/>
              <a:defRPr sz="1000">
                <a:solidFill>
                  <a:schemeClr val="dk2"/>
                </a:solidFill>
                <a:latin typeface="Albert Sans"/>
                <a:ea typeface="Albert Sans"/>
                <a:cs typeface="Albert Sans"/>
                <a:sym typeface="Albert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ine Graph">
  <p:cSld name="CUSTOM_8">
    <p:spTree>
      <p:nvGrpSpPr>
        <p:cNvPr id="145" name="Shape 145"/>
        <p:cNvGrpSpPr/>
        <p:nvPr/>
      </p:nvGrpSpPr>
      <p:grpSpPr>
        <a:xfrm>
          <a:off x="0" y="0"/>
          <a:ext cx="0" cy="0"/>
          <a:chOff x="0" y="0"/>
          <a:chExt cx="0" cy="0"/>
        </a:xfrm>
      </p:grpSpPr>
      <p:sp>
        <p:nvSpPr>
          <p:cNvPr id="146" name="Google Shape;146;p28"/>
          <p:cNvSpPr txBox="1"/>
          <p:nvPr>
            <p:ph type="title"/>
          </p:nvPr>
        </p:nvSpPr>
        <p:spPr>
          <a:xfrm>
            <a:off x="956150" y="327150"/>
            <a:ext cx="3558600" cy="393600"/>
          </a:xfrm>
          <a:prstGeom prst="rect">
            <a:avLst/>
          </a:prstGeom>
        </p:spPr>
        <p:txBody>
          <a:bodyPr anchorCtr="0" anchor="ctr" bIns="91425" lIns="91425" spcFirstLastPara="1" rIns="91425" wrap="square" tIns="91425">
            <a:noAutofit/>
          </a:bodyPr>
          <a:lstStyle>
            <a:lvl1pPr lvl="0">
              <a:spcBef>
                <a:spcPts val="0"/>
              </a:spcBef>
              <a:spcAft>
                <a:spcPts val="0"/>
              </a:spcAft>
              <a:buClr>
                <a:schemeClr val="accent1"/>
              </a:buClr>
              <a:buSzPts val="1400"/>
              <a:buFont typeface="Albert Sans"/>
              <a:buNone/>
              <a:defRPr b="1" sz="1400">
                <a:solidFill>
                  <a:schemeClr val="accent1"/>
                </a:solidFill>
                <a:latin typeface="Albert Sans"/>
                <a:ea typeface="Albert Sans"/>
                <a:cs typeface="Albert Sans"/>
                <a:sym typeface="Albert Sans"/>
              </a:defRPr>
            </a:lvl1pPr>
            <a:lvl2pPr lvl="1">
              <a:spcBef>
                <a:spcPts val="0"/>
              </a:spcBef>
              <a:spcAft>
                <a:spcPts val="0"/>
              </a:spcAft>
              <a:buClr>
                <a:schemeClr val="accent1"/>
              </a:buClr>
              <a:buSzPts val="1400"/>
              <a:buNone/>
              <a:defRPr>
                <a:solidFill>
                  <a:schemeClr val="accent1"/>
                </a:solidFill>
              </a:defRPr>
            </a:lvl2pPr>
            <a:lvl3pPr lvl="2">
              <a:spcBef>
                <a:spcPts val="0"/>
              </a:spcBef>
              <a:spcAft>
                <a:spcPts val="0"/>
              </a:spcAft>
              <a:buClr>
                <a:schemeClr val="accent1"/>
              </a:buClr>
              <a:buSzPts val="1400"/>
              <a:buNone/>
              <a:defRPr>
                <a:solidFill>
                  <a:schemeClr val="accent1"/>
                </a:solidFill>
              </a:defRPr>
            </a:lvl3pPr>
            <a:lvl4pPr lvl="3">
              <a:spcBef>
                <a:spcPts val="0"/>
              </a:spcBef>
              <a:spcAft>
                <a:spcPts val="0"/>
              </a:spcAft>
              <a:buClr>
                <a:schemeClr val="accent1"/>
              </a:buClr>
              <a:buSzPts val="1400"/>
              <a:buNone/>
              <a:defRPr>
                <a:solidFill>
                  <a:schemeClr val="accent1"/>
                </a:solidFill>
              </a:defRPr>
            </a:lvl4pPr>
            <a:lvl5pPr lvl="4">
              <a:spcBef>
                <a:spcPts val="0"/>
              </a:spcBef>
              <a:spcAft>
                <a:spcPts val="0"/>
              </a:spcAft>
              <a:buClr>
                <a:schemeClr val="accent1"/>
              </a:buClr>
              <a:buSzPts val="1400"/>
              <a:buNone/>
              <a:defRPr>
                <a:solidFill>
                  <a:schemeClr val="accent1"/>
                </a:solidFill>
              </a:defRPr>
            </a:lvl5pPr>
            <a:lvl6pPr lvl="5">
              <a:spcBef>
                <a:spcPts val="0"/>
              </a:spcBef>
              <a:spcAft>
                <a:spcPts val="0"/>
              </a:spcAft>
              <a:buClr>
                <a:schemeClr val="accent1"/>
              </a:buClr>
              <a:buSzPts val="1400"/>
              <a:buNone/>
              <a:defRPr>
                <a:solidFill>
                  <a:schemeClr val="accent1"/>
                </a:solidFill>
              </a:defRPr>
            </a:lvl6pPr>
            <a:lvl7pPr lvl="6">
              <a:spcBef>
                <a:spcPts val="0"/>
              </a:spcBef>
              <a:spcAft>
                <a:spcPts val="0"/>
              </a:spcAft>
              <a:buClr>
                <a:schemeClr val="accent1"/>
              </a:buClr>
              <a:buSzPts val="1400"/>
              <a:buNone/>
              <a:defRPr>
                <a:solidFill>
                  <a:schemeClr val="accent1"/>
                </a:solidFill>
              </a:defRPr>
            </a:lvl7pPr>
            <a:lvl8pPr lvl="7">
              <a:spcBef>
                <a:spcPts val="0"/>
              </a:spcBef>
              <a:spcAft>
                <a:spcPts val="0"/>
              </a:spcAft>
              <a:buClr>
                <a:schemeClr val="accent1"/>
              </a:buClr>
              <a:buSzPts val="1400"/>
              <a:buNone/>
              <a:defRPr>
                <a:solidFill>
                  <a:schemeClr val="accent1"/>
                </a:solidFill>
              </a:defRPr>
            </a:lvl8pPr>
            <a:lvl9pPr lvl="8">
              <a:spcBef>
                <a:spcPts val="0"/>
              </a:spcBef>
              <a:spcAft>
                <a:spcPts val="0"/>
              </a:spcAft>
              <a:buClr>
                <a:schemeClr val="accent1"/>
              </a:buClr>
              <a:buSzPts val="1400"/>
              <a:buNone/>
              <a:defRPr>
                <a:solidFill>
                  <a:schemeClr val="accent1"/>
                </a:solidFill>
              </a:defRPr>
            </a:lvl9pPr>
          </a:lstStyle>
          <a:p/>
        </p:txBody>
      </p:sp>
      <p:sp>
        <p:nvSpPr>
          <p:cNvPr id="147" name="Google Shape;147;p28"/>
          <p:cNvSpPr/>
          <p:nvPr>
            <p:ph idx="2" type="pic"/>
          </p:nvPr>
        </p:nvSpPr>
        <p:spPr>
          <a:xfrm>
            <a:off x="8596800" y="223475"/>
            <a:ext cx="318600" cy="318600"/>
          </a:xfrm>
          <a:prstGeom prst="ellipse">
            <a:avLst/>
          </a:prstGeom>
          <a:noFill/>
          <a:ln>
            <a:noFill/>
          </a:ln>
        </p:spPr>
      </p:sp>
      <p:sp>
        <p:nvSpPr>
          <p:cNvPr id="148" name="Google Shape;148;p28"/>
          <p:cNvSpPr txBox="1"/>
          <p:nvPr>
            <p:ph idx="1" type="subTitle"/>
          </p:nvPr>
        </p:nvSpPr>
        <p:spPr>
          <a:xfrm>
            <a:off x="3831000" y="327150"/>
            <a:ext cx="4500300" cy="12021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400"/>
              <a:buNone/>
              <a:defRPr b="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9" name="Google Shape;149;p28"/>
          <p:cNvSpPr txBox="1"/>
          <p:nvPr>
            <p:ph idx="3" type="title"/>
          </p:nvPr>
        </p:nvSpPr>
        <p:spPr>
          <a:xfrm>
            <a:off x="7158725" y="4563900"/>
            <a:ext cx="1354500" cy="3936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2"/>
              </a:buClr>
              <a:buSzPts val="1000"/>
              <a:buFont typeface="Albert Sans"/>
              <a:buNone/>
              <a:defRPr sz="1000">
                <a:solidFill>
                  <a:schemeClr val="dk2"/>
                </a:solidFill>
                <a:latin typeface="Albert Sans"/>
                <a:ea typeface="Albert Sans"/>
                <a:cs typeface="Albert Sans"/>
                <a:sym typeface="Albert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e Graph">
  <p:cSld name="CUSTOM_8_1">
    <p:spTree>
      <p:nvGrpSpPr>
        <p:cNvPr id="150" name="Shape 150"/>
        <p:cNvGrpSpPr/>
        <p:nvPr/>
      </p:nvGrpSpPr>
      <p:grpSpPr>
        <a:xfrm>
          <a:off x="0" y="0"/>
          <a:ext cx="0" cy="0"/>
          <a:chOff x="0" y="0"/>
          <a:chExt cx="0" cy="0"/>
        </a:xfrm>
      </p:grpSpPr>
      <p:sp>
        <p:nvSpPr>
          <p:cNvPr id="151" name="Google Shape;151;p29"/>
          <p:cNvSpPr txBox="1"/>
          <p:nvPr>
            <p:ph idx="1" type="subTitle"/>
          </p:nvPr>
        </p:nvSpPr>
        <p:spPr>
          <a:xfrm>
            <a:off x="955475" y="1615450"/>
            <a:ext cx="3291600" cy="28500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400"/>
              <a:buNone/>
              <a:defRPr b="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2" name="Google Shape;152;p29"/>
          <p:cNvSpPr txBox="1"/>
          <p:nvPr>
            <p:ph type="title"/>
          </p:nvPr>
        </p:nvSpPr>
        <p:spPr>
          <a:xfrm>
            <a:off x="956150" y="327150"/>
            <a:ext cx="3558600" cy="393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1"/>
              </a:buClr>
              <a:buSzPts val="1400"/>
              <a:buFont typeface="Albert Sans"/>
              <a:buNone/>
              <a:defRPr b="1" sz="1400">
                <a:solidFill>
                  <a:schemeClr val="accent1"/>
                </a:solidFill>
                <a:latin typeface="Albert Sans"/>
                <a:ea typeface="Albert Sans"/>
                <a:cs typeface="Albert Sans"/>
                <a:sym typeface="Albert Sans"/>
              </a:defRPr>
            </a:lvl1pPr>
            <a:lvl2pPr lvl="1">
              <a:spcBef>
                <a:spcPts val="0"/>
              </a:spcBef>
              <a:spcAft>
                <a:spcPts val="0"/>
              </a:spcAft>
              <a:buClr>
                <a:schemeClr val="accent1"/>
              </a:buClr>
              <a:buSzPts val="1400"/>
              <a:buNone/>
              <a:defRPr>
                <a:solidFill>
                  <a:schemeClr val="accent1"/>
                </a:solidFill>
              </a:defRPr>
            </a:lvl2pPr>
            <a:lvl3pPr lvl="2">
              <a:spcBef>
                <a:spcPts val="0"/>
              </a:spcBef>
              <a:spcAft>
                <a:spcPts val="0"/>
              </a:spcAft>
              <a:buClr>
                <a:schemeClr val="accent1"/>
              </a:buClr>
              <a:buSzPts val="1400"/>
              <a:buNone/>
              <a:defRPr>
                <a:solidFill>
                  <a:schemeClr val="accent1"/>
                </a:solidFill>
              </a:defRPr>
            </a:lvl3pPr>
            <a:lvl4pPr lvl="3">
              <a:spcBef>
                <a:spcPts val="0"/>
              </a:spcBef>
              <a:spcAft>
                <a:spcPts val="0"/>
              </a:spcAft>
              <a:buClr>
                <a:schemeClr val="accent1"/>
              </a:buClr>
              <a:buSzPts val="1400"/>
              <a:buNone/>
              <a:defRPr>
                <a:solidFill>
                  <a:schemeClr val="accent1"/>
                </a:solidFill>
              </a:defRPr>
            </a:lvl4pPr>
            <a:lvl5pPr lvl="4">
              <a:spcBef>
                <a:spcPts val="0"/>
              </a:spcBef>
              <a:spcAft>
                <a:spcPts val="0"/>
              </a:spcAft>
              <a:buClr>
                <a:schemeClr val="accent1"/>
              </a:buClr>
              <a:buSzPts val="1400"/>
              <a:buNone/>
              <a:defRPr>
                <a:solidFill>
                  <a:schemeClr val="accent1"/>
                </a:solidFill>
              </a:defRPr>
            </a:lvl5pPr>
            <a:lvl6pPr lvl="5">
              <a:spcBef>
                <a:spcPts val="0"/>
              </a:spcBef>
              <a:spcAft>
                <a:spcPts val="0"/>
              </a:spcAft>
              <a:buClr>
                <a:schemeClr val="accent1"/>
              </a:buClr>
              <a:buSzPts val="1400"/>
              <a:buNone/>
              <a:defRPr>
                <a:solidFill>
                  <a:schemeClr val="accent1"/>
                </a:solidFill>
              </a:defRPr>
            </a:lvl6pPr>
            <a:lvl7pPr lvl="6">
              <a:spcBef>
                <a:spcPts val="0"/>
              </a:spcBef>
              <a:spcAft>
                <a:spcPts val="0"/>
              </a:spcAft>
              <a:buClr>
                <a:schemeClr val="accent1"/>
              </a:buClr>
              <a:buSzPts val="1400"/>
              <a:buNone/>
              <a:defRPr>
                <a:solidFill>
                  <a:schemeClr val="accent1"/>
                </a:solidFill>
              </a:defRPr>
            </a:lvl7pPr>
            <a:lvl8pPr lvl="7">
              <a:spcBef>
                <a:spcPts val="0"/>
              </a:spcBef>
              <a:spcAft>
                <a:spcPts val="0"/>
              </a:spcAft>
              <a:buClr>
                <a:schemeClr val="accent1"/>
              </a:buClr>
              <a:buSzPts val="1400"/>
              <a:buNone/>
              <a:defRPr>
                <a:solidFill>
                  <a:schemeClr val="accent1"/>
                </a:solidFill>
              </a:defRPr>
            </a:lvl8pPr>
            <a:lvl9pPr lvl="8">
              <a:spcBef>
                <a:spcPts val="0"/>
              </a:spcBef>
              <a:spcAft>
                <a:spcPts val="0"/>
              </a:spcAft>
              <a:buClr>
                <a:schemeClr val="accent1"/>
              </a:buClr>
              <a:buSzPts val="1400"/>
              <a:buNone/>
              <a:defRPr>
                <a:solidFill>
                  <a:schemeClr val="accent1"/>
                </a:solidFill>
              </a:defRPr>
            </a:lvl9pPr>
          </a:lstStyle>
          <a:p/>
        </p:txBody>
      </p:sp>
      <p:sp>
        <p:nvSpPr>
          <p:cNvPr id="153" name="Google Shape;153;p29"/>
          <p:cNvSpPr/>
          <p:nvPr>
            <p:ph idx="2" type="pic"/>
          </p:nvPr>
        </p:nvSpPr>
        <p:spPr>
          <a:xfrm>
            <a:off x="8596800" y="223475"/>
            <a:ext cx="318600" cy="318600"/>
          </a:xfrm>
          <a:prstGeom prst="ellipse">
            <a:avLst/>
          </a:prstGeom>
          <a:noFill/>
          <a:ln>
            <a:noFill/>
          </a:ln>
        </p:spPr>
      </p:sp>
      <p:sp>
        <p:nvSpPr>
          <p:cNvPr id="154" name="Google Shape;154;p29"/>
          <p:cNvSpPr txBox="1"/>
          <p:nvPr>
            <p:ph idx="3" type="title"/>
          </p:nvPr>
        </p:nvSpPr>
        <p:spPr>
          <a:xfrm>
            <a:off x="7158725" y="4563900"/>
            <a:ext cx="1354500" cy="3936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2"/>
              </a:buClr>
              <a:buSzPts val="1000"/>
              <a:buFont typeface="Albert Sans"/>
              <a:buNone/>
              <a:defRPr sz="1000">
                <a:solidFill>
                  <a:schemeClr val="dk2"/>
                </a:solidFill>
                <a:latin typeface="Albert Sans"/>
                <a:ea typeface="Albert Sans"/>
                <a:cs typeface="Albert Sans"/>
                <a:sym typeface="Albert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e Solution">
  <p:cSld name="CUSTOM_9">
    <p:bg>
      <p:bgPr>
        <a:solidFill>
          <a:schemeClr val="accent1"/>
        </a:solidFill>
      </p:bgPr>
    </p:bg>
    <p:spTree>
      <p:nvGrpSpPr>
        <p:cNvPr id="155" name="Shape 155"/>
        <p:cNvGrpSpPr/>
        <p:nvPr/>
      </p:nvGrpSpPr>
      <p:grpSpPr>
        <a:xfrm>
          <a:off x="0" y="0"/>
          <a:ext cx="0" cy="0"/>
          <a:chOff x="0" y="0"/>
          <a:chExt cx="0" cy="0"/>
        </a:xfrm>
      </p:grpSpPr>
      <p:sp>
        <p:nvSpPr>
          <p:cNvPr id="156" name="Google Shape;156;p30"/>
          <p:cNvSpPr/>
          <p:nvPr/>
        </p:nvSpPr>
        <p:spPr>
          <a:xfrm>
            <a:off x="116350" y="93175"/>
            <a:ext cx="8904000" cy="4914900"/>
          </a:xfrm>
          <a:prstGeom prst="roundRect">
            <a:avLst>
              <a:gd fmla="val 2610"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30"/>
          <p:cNvSpPr txBox="1"/>
          <p:nvPr>
            <p:ph idx="1" type="subTitle"/>
          </p:nvPr>
        </p:nvSpPr>
        <p:spPr>
          <a:xfrm>
            <a:off x="958450" y="2692875"/>
            <a:ext cx="7137900" cy="20133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2400"/>
              <a:buFont typeface="Nanum Myeongjo"/>
              <a:buNone/>
              <a:defRPr b="0" sz="2400">
                <a:solidFill>
                  <a:schemeClr val="dk2"/>
                </a:solidFill>
                <a:latin typeface="Nanum Myeongjo"/>
                <a:ea typeface="Nanum Myeongjo"/>
                <a:cs typeface="Nanum Myeongjo"/>
                <a:sym typeface="Nanum Myeongjo"/>
              </a:defRPr>
            </a:lvl1pPr>
            <a:lvl2pPr lvl="1">
              <a:spcBef>
                <a:spcPts val="0"/>
              </a:spcBef>
              <a:spcAft>
                <a:spcPts val="0"/>
              </a:spcAft>
              <a:buClr>
                <a:schemeClr val="dk2"/>
              </a:buClr>
              <a:buSzPts val="2400"/>
              <a:buFont typeface="Nanum Myeongjo"/>
              <a:buNone/>
              <a:defRPr sz="2400">
                <a:solidFill>
                  <a:schemeClr val="dk2"/>
                </a:solidFill>
                <a:latin typeface="Nanum Myeongjo"/>
                <a:ea typeface="Nanum Myeongjo"/>
                <a:cs typeface="Nanum Myeongjo"/>
                <a:sym typeface="Nanum Myeongjo"/>
              </a:defRPr>
            </a:lvl2pPr>
            <a:lvl3pPr lvl="2">
              <a:spcBef>
                <a:spcPts val="0"/>
              </a:spcBef>
              <a:spcAft>
                <a:spcPts val="0"/>
              </a:spcAft>
              <a:buClr>
                <a:schemeClr val="dk2"/>
              </a:buClr>
              <a:buSzPts val="2400"/>
              <a:buFont typeface="Nanum Myeongjo"/>
              <a:buNone/>
              <a:defRPr sz="2400">
                <a:solidFill>
                  <a:schemeClr val="dk2"/>
                </a:solidFill>
                <a:latin typeface="Nanum Myeongjo"/>
                <a:ea typeface="Nanum Myeongjo"/>
                <a:cs typeface="Nanum Myeongjo"/>
                <a:sym typeface="Nanum Myeongjo"/>
              </a:defRPr>
            </a:lvl3pPr>
            <a:lvl4pPr lvl="3">
              <a:spcBef>
                <a:spcPts val="0"/>
              </a:spcBef>
              <a:spcAft>
                <a:spcPts val="0"/>
              </a:spcAft>
              <a:buClr>
                <a:schemeClr val="dk2"/>
              </a:buClr>
              <a:buSzPts val="2400"/>
              <a:buFont typeface="Nanum Myeongjo"/>
              <a:buNone/>
              <a:defRPr sz="2400">
                <a:solidFill>
                  <a:schemeClr val="dk2"/>
                </a:solidFill>
                <a:latin typeface="Nanum Myeongjo"/>
                <a:ea typeface="Nanum Myeongjo"/>
                <a:cs typeface="Nanum Myeongjo"/>
                <a:sym typeface="Nanum Myeongjo"/>
              </a:defRPr>
            </a:lvl4pPr>
            <a:lvl5pPr lvl="4">
              <a:spcBef>
                <a:spcPts val="0"/>
              </a:spcBef>
              <a:spcAft>
                <a:spcPts val="0"/>
              </a:spcAft>
              <a:buClr>
                <a:schemeClr val="dk2"/>
              </a:buClr>
              <a:buSzPts val="2400"/>
              <a:buFont typeface="Nanum Myeongjo"/>
              <a:buNone/>
              <a:defRPr sz="2400">
                <a:solidFill>
                  <a:schemeClr val="dk2"/>
                </a:solidFill>
                <a:latin typeface="Nanum Myeongjo"/>
                <a:ea typeface="Nanum Myeongjo"/>
                <a:cs typeface="Nanum Myeongjo"/>
                <a:sym typeface="Nanum Myeongjo"/>
              </a:defRPr>
            </a:lvl5pPr>
            <a:lvl6pPr lvl="5">
              <a:spcBef>
                <a:spcPts val="0"/>
              </a:spcBef>
              <a:spcAft>
                <a:spcPts val="0"/>
              </a:spcAft>
              <a:buClr>
                <a:schemeClr val="dk2"/>
              </a:buClr>
              <a:buSzPts val="2400"/>
              <a:buFont typeface="Nanum Myeongjo"/>
              <a:buNone/>
              <a:defRPr sz="2400">
                <a:solidFill>
                  <a:schemeClr val="dk2"/>
                </a:solidFill>
                <a:latin typeface="Nanum Myeongjo"/>
                <a:ea typeface="Nanum Myeongjo"/>
                <a:cs typeface="Nanum Myeongjo"/>
                <a:sym typeface="Nanum Myeongjo"/>
              </a:defRPr>
            </a:lvl6pPr>
            <a:lvl7pPr lvl="6">
              <a:spcBef>
                <a:spcPts val="0"/>
              </a:spcBef>
              <a:spcAft>
                <a:spcPts val="0"/>
              </a:spcAft>
              <a:buClr>
                <a:schemeClr val="dk2"/>
              </a:buClr>
              <a:buSzPts val="2400"/>
              <a:buFont typeface="Nanum Myeongjo"/>
              <a:buNone/>
              <a:defRPr sz="2400">
                <a:solidFill>
                  <a:schemeClr val="dk2"/>
                </a:solidFill>
                <a:latin typeface="Nanum Myeongjo"/>
                <a:ea typeface="Nanum Myeongjo"/>
                <a:cs typeface="Nanum Myeongjo"/>
                <a:sym typeface="Nanum Myeongjo"/>
              </a:defRPr>
            </a:lvl7pPr>
            <a:lvl8pPr lvl="7">
              <a:spcBef>
                <a:spcPts val="0"/>
              </a:spcBef>
              <a:spcAft>
                <a:spcPts val="0"/>
              </a:spcAft>
              <a:buClr>
                <a:schemeClr val="dk2"/>
              </a:buClr>
              <a:buSzPts val="2400"/>
              <a:buFont typeface="Nanum Myeongjo"/>
              <a:buNone/>
              <a:defRPr sz="2400">
                <a:solidFill>
                  <a:schemeClr val="dk2"/>
                </a:solidFill>
                <a:latin typeface="Nanum Myeongjo"/>
                <a:ea typeface="Nanum Myeongjo"/>
                <a:cs typeface="Nanum Myeongjo"/>
                <a:sym typeface="Nanum Myeongjo"/>
              </a:defRPr>
            </a:lvl8pPr>
            <a:lvl9pPr lvl="8">
              <a:spcBef>
                <a:spcPts val="0"/>
              </a:spcBef>
              <a:spcAft>
                <a:spcPts val="0"/>
              </a:spcAft>
              <a:buClr>
                <a:schemeClr val="dk2"/>
              </a:buClr>
              <a:buSzPts val="2400"/>
              <a:buFont typeface="Nanum Myeongjo"/>
              <a:buNone/>
              <a:defRPr sz="2400">
                <a:solidFill>
                  <a:schemeClr val="dk2"/>
                </a:solidFill>
                <a:latin typeface="Nanum Myeongjo"/>
                <a:ea typeface="Nanum Myeongjo"/>
                <a:cs typeface="Nanum Myeongjo"/>
                <a:sym typeface="Nanum Myeongjo"/>
              </a:defRPr>
            </a:lvl9pPr>
          </a:lstStyle>
          <a:p/>
        </p:txBody>
      </p:sp>
      <p:sp>
        <p:nvSpPr>
          <p:cNvPr id="158" name="Google Shape;158;p30"/>
          <p:cNvSpPr txBox="1"/>
          <p:nvPr>
            <p:ph type="title"/>
          </p:nvPr>
        </p:nvSpPr>
        <p:spPr>
          <a:xfrm>
            <a:off x="956150" y="555750"/>
            <a:ext cx="3558600" cy="3936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2"/>
              </a:buClr>
              <a:buSzPts val="1400"/>
              <a:buFont typeface="Albert Sans"/>
              <a:buNone/>
              <a:defRPr b="1" sz="1400">
                <a:solidFill>
                  <a:schemeClr val="dk2"/>
                </a:solidFill>
                <a:latin typeface="Albert Sans"/>
                <a:ea typeface="Albert Sans"/>
                <a:cs typeface="Albert Sans"/>
                <a:sym typeface="Albert Sans"/>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159" name="Google Shape;159;p30"/>
          <p:cNvSpPr txBox="1"/>
          <p:nvPr>
            <p:ph idx="2" type="title"/>
          </p:nvPr>
        </p:nvSpPr>
        <p:spPr>
          <a:xfrm>
            <a:off x="941263" y="866159"/>
            <a:ext cx="7137900" cy="20133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6000"/>
              <a:buFont typeface="Albert Sans"/>
              <a:buNone/>
              <a:defRPr sz="6000">
                <a:solidFill>
                  <a:schemeClr val="dk2"/>
                </a:solidFill>
                <a:latin typeface="Albert Sans"/>
                <a:ea typeface="Albert Sans"/>
                <a:cs typeface="Albert Sans"/>
                <a:sym typeface="Albert Sans"/>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160" name="Google Shape;160;p30"/>
          <p:cNvSpPr txBox="1"/>
          <p:nvPr>
            <p:ph idx="3" type="title"/>
          </p:nvPr>
        </p:nvSpPr>
        <p:spPr>
          <a:xfrm>
            <a:off x="7158725" y="4563900"/>
            <a:ext cx="1354500" cy="3936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2"/>
              </a:buClr>
              <a:buSzPts val="1000"/>
              <a:buFont typeface="Albert Sans"/>
              <a:buNone/>
              <a:defRPr sz="1000">
                <a:solidFill>
                  <a:schemeClr val="dk2"/>
                </a:solidFill>
                <a:latin typeface="Albert Sans"/>
                <a:ea typeface="Albert Sans"/>
                <a:cs typeface="Albert Sans"/>
                <a:sym typeface="Albert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1" name="Google Shape;161;p30"/>
          <p:cNvSpPr/>
          <p:nvPr>
            <p:ph idx="4" type="pic"/>
          </p:nvPr>
        </p:nvSpPr>
        <p:spPr>
          <a:xfrm>
            <a:off x="8596800" y="223475"/>
            <a:ext cx="318600" cy="318600"/>
          </a:xfrm>
          <a:prstGeom prst="ellipse">
            <a:avLst/>
          </a:prstGeom>
          <a:noFill/>
          <a:ln>
            <a:noFill/>
          </a:ln>
        </p:spPr>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hy It Works">
  <p:cSld name="CUSTOM_9_1">
    <p:bg>
      <p:bgPr>
        <a:solidFill>
          <a:schemeClr val="accent1"/>
        </a:solidFill>
      </p:bgPr>
    </p:bg>
    <p:spTree>
      <p:nvGrpSpPr>
        <p:cNvPr id="162" name="Shape 162"/>
        <p:cNvGrpSpPr/>
        <p:nvPr/>
      </p:nvGrpSpPr>
      <p:grpSpPr>
        <a:xfrm>
          <a:off x="0" y="0"/>
          <a:ext cx="0" cy="0"/>
          <a:chOff x="0" y="0"/>
          <a:chExt cx="0" cy="0"/>
        </a:xfrm>
      </p:grpSpPr>
      <p:sp>
        <p:nvSpPr>
          <p:cNvPr id="163" name="Google Shape;163;p31"/>
          <p:cNvSpPr/>
          <p:nvPr/>
        </p:nvSpPr>
        <p:spPr>
          <a:xfrm>
            <a:off x="116350" y="93175"/>
            <a:ext cx="8904000" cy="4914900"/>
          </a:xfrm>
          <a:prstGeom prst="roundRect">
            <a:avLst>
              <a:gd fmla="val 2610"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31"/>
          <p:cNvSpPr/>
          <p:nvPr>
            <p:ph idx="2" type="pic"/>
          </p:nvPr>
        </p:nvSpPr>
        <p:spPr>
          <a:xfrm rot="-5400000">
            <a:off x="-113050" y="322725"/>
            <a:ext cx="4911300" cy="4450500"/>
          </a:xfrm>
          <a:prstGeom prst="round2SameRect">
            <a:avLst>
              <a:gd fmla="val 2860" name="adj1"/>
              <a:gd fmla="val 0" name="adj2"/>
            </a:avLst>
          </a:prstGeom>
          <a:noFill/>
          <a:ln>
            <a:noFill/>
          </a:ln>
        </p:spPr>
      </p:sp>
      <p:sp>
        <p:nvSpPr>
          <p:cNvPr id="165" name="Google Shape;165;p31"/>
          <p:cNvSpPr txBox="1"/>
          <p:nvPr>
            <p:ph idx="1" type="body"/>
          </p:nvPr>
        </p:nvSpPr>
        <p:spPr>
          <a:xfrm>
            <a:off x="5364025" y="704025"/>
            <a:ext cx="3437700" cy="35370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Clr>
                <a:schemeClr val="dk2"/>
              </a:buClr>
              <a:buSzPts val="1400"/>
              <a:buFont typeface="Albert Sans"/>
              <a:buChar char="●"/>
              <a:defRPr>
                <a:solidFill>
                  <a:schemeClr val="dk2"/>
                </a:solidFill>
              </a:defRPr>
            </a:lvl1pPr>
            <a:lvl2pPr indent="-317500" lvl="1" marL="914400">
              <a:spcBef>
                <a:spcPts val="0"/>
              </a:spcBef>
              <a:spcAft>
                <a:spcPts val="0"/>
              </a:spcAft>
              <a:buClr>
                <a:schemeClr val="dk2"/>
              </a:buClr>
              <a:buSzPts val="1400"/>
              <a:buFont typeface="Albert Sans"/>
              <a:buChar char="○"/>
              <a:defRPr>
                <a:solidFill>
                  <a:schemeClr val="dk2"/>
                </a:solidFill>
              </a:defRPr>
            </a:lvl2pPr>
            <a:lvl3pPr indent="-317500" lvl="2" marL="1371600">
              <a:spcBef>
                <a:spcPts val="0"/>
              </a:spcBef>
              <a:spcAft>
                <a:spcPts val="0"/>
              </a:spcAft>
              <a:buClr>
                <a:schemeClr val="dk2"/>
              </a:buClr>
              <a:buSzPts val="1400"/>
              <a:buFont typeface="Albert Sans"/>
              <a:buChar char="■"/>
              <a:defRPr>
                <a:solidFill>
                  <a:schemeClr val="dk2"/>
                </a:solidFill>
              </a:defRPr>
            </a:lvl3pPr>
            <a:lvl4pPr indent="-317500" lvl="3" marL="1828800">
              <a:spcBef>
                <a:spcPts val="0"/>
              </a:spcBef>
              <a:spcAft>
                <a:spcPts val="0"/>
              </a:spcAft>
              <a:buClr>
                <a:schemeClr val="dk2"/>
              </a:buClr>
              <a:buSzPts val="1400"/>
              <a:buFont typeface="Albert Sans"/>
              <a:buChar char="●"/>
              <a:defRPr>
                <a:solidFill>
                  <a:schemeClr val="dk2"/>
                </a:solidFill>
              </a:defRPr>
            </a:lvl4pPr>
            <a:lvl5pPr indent="-317500" lvl="4" marL="2286000">
              <a:spcBef>
                <a:spcPts val="0"/>
              </a:spcBef>
              <a:spcAft>
                <a:spcPts val="0"/>
              </a:spcAft>
              <a:buClr>
                <a:schemeClr val="dk2"/>
              </a:buClr>
              <a:buSzPts val="1400"/>
              <a:buFont typeface="Albert Sans"/>
              <a:buChar char="○"/>
              <a:defRPr>
                <a:solidFill>
                  <a:schemeClr val="dk2"/>
                </a:solidFill>
              </a:defRPr>
            </a:lvl5pPr>
            <a:lvl6pPr indent="-317500" lvl="5" marL="2743200">
              <a:spcBef>
                <a:spcPts val="0"/>
              </a:spcBef>
              <a:spcAft>
                <a:spcPts val="0"/>
              </a:spcAft>
              <a:buClr>
                <a:schemeClr val="dk2"/>
              </a:buClr>
              <a:buSzPts val="1400"/>
              <a:buFont typeface="Albert Sans"/>
              <a:buChar char="■"/>
              <a:defRPr>
                <a:solidFill>
                  <a:schemeClr val="dk2"/>
                </a:solidFill>
              </a:defRPr>
            </a:lvl6pPr>
            <a:lvl7pPr indent="-317500" lvl="6" marL="3200400">
              <a:spcBef>
                <a:spcPts val="0"/>
              </a:spcBef>
              <a:spcAft>
                <a:spcPts val="0"/>
              </a:spcAft>
              <a:buClr>
                <a:schemeClr val="dk2"/>
              </a:buClr>
              <a:buSzPts val="1400"/>
              <a:buFont typeface="Albert Sans"/>
              <a:buChar char="●"/>
              <a:defRPr>
                <a:solidFill>
                  <a:schemeClr val="dk2"/>
                </a:solidFill>
              </a:defRPr>
            </a:lvl7pPr>
            <a:lvl8pPr indent="-317500" lvl="7" marL="3657600">
              <a:spcBef>
                <a:spcPts val="0"/>
              </a:spcBef>
              <a:spcAft>
                <a:spcPts val="0"/>
              </a:spcAft>
              <a:buClr>
                <a:schemeClr val="dk2"/>
              </a:buClr>
              <a:buSzPts val="1400"/>
              <a:buFont typeface="Albert Sans"/>
              <a:buChar char="○"/>
              <a:defRPr>
                <a:solidFill>
                  <a:schemeClr val="dk2"/>
                </a:solidFill>
              </a:defRPr>
            </a:lvl8pPr>
            <a:lvl9pPr indent="-317500" lvl="8" marL="4114800">
              <a:spcBef>
                <a:spcPts val="0"/>
              </a:spcBef>
              <a:spcAft>
                <a:spcPts val="0"/>
              </a:spcAft>
              <a:buClr>
                <a:schemeClr val="dk2"/>
              </a:buClr>
              <a:buSzPts val="1400"/>
              <a:buFont typeface="Albert Sans"/>
              <a:buChar char="■"/>
              <a:defRPr>
                <a:solidFill>
                  <a:schemeClr val="dk2"/>
                </a:solidFill>
              </a:defRPr>
            </a:lvl9pPr>
          </a:lstStyle>
          <a:p/>
        </p:txBody>
      </p:sp>
      <p:sp>
        <p:nvSpPr>
          <p:cNvPr id="166" name="Google Shape;166;p31"/>
          <p:cNvSpPr txBox="1"/>
          <p:nvPr>
            <p:ph type="title"/>
          </p:nvPr>
        </p:nvSpPr>
        <p:spPr>
          <a:xfrm>
            <a:off x="7158725" y="4563900"/>
            <a:ext cx="1354500" cy="3936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2"/>
              </a:buClr>
              <a:buSzPts val="1000"/>
              <a:buFont typeface="Albert Sans"/>
              <a:buNone/>
              <a:defRPr sz="1000">
                <a:solidFill>
                  <a:schemeClr val="dk2"/>
                </a:solidFill>
                <a:latin typeface="Albert Sans"/>
                <a:ea typeface="Albert Sans"/>
                <a:cs typeface="Albert Sans"/>
                <a:sym typeface="Albert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7" name="Google Shape;167;p31"/>
          <p:cNvSpPr/>
          <p:nvPr>
            <p:ph idx="3" type="pic"/>
          </p:nvPr>
        </p:nvSpPr>
        <p:spPr>
          <a:xfrm>
            <a:off x="8596800" y="223475"/>
            <a:ext cx="318600" cy="318600"/>
          </a:xfrm>
          <a:prstGeom prst="ellipse">
            <a:avLst/>
          </a:prstGeom>
          <a:noFill/>
          <a:ln>
            <a:noFill/>
          </a:ln>
        </p:spPr>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ur Audience Venn Diagram">
  <p:cSld name="CUSTOM_10">
    <p:spTree>
      <p:nvGrpSpPr>
        <p:cNvPr id="168" name="Shape 168"/>
        <p:cNvGrpSpPr/>
        <p:nvPr/>
      </p:nvGrpSpPr>
      <p:grpSpPr>
        <a:xfrm>
          <a:off x="0" y="0"/>
          <a:ext cx="0" cy="0"/>
          <a:chOff x="0" y="0"/>
          <a:chExt cx="0" cy="0"/>
        </a:xfrm>
      </p:grpSpPr>
      <p:sp>
        <p:nvSpPr>
          <p:cNvPr id="169" name="Google Shape;169;p32"/>
          <p:cNvSpPr txBox="1"/>
          <p:nvPr>
            <p:ph type="title"/>
          </p:nvPr>
        </p:nvSpPr>
        <p:spPr>
          <a:xfrm>
            <a:off x="7158725" y="4563900"/>
            <a:ext cx="1354500" cy="3936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2"/>
              </a:buClr>
              <a:buSzPts val="1000"/>
              <a:buFont typeface="Albert Sans"/>
              <a:buNone/>
              <a:defRPr sz="1000">
                <a:solidFill>
                  <a:schemeClr val="dk2"/>
                </a:solidFill>
                <a:latin typeface="Albert Sans"/>
                <a:ea typeface="Albert Sans"/>
                <a:cs typeface="Albert Sans"/>
                <a:sym typeface="Albert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0" name="Google Shape;170;p32"/>
          <p:cNvSpPr txBox="1"/>
          <p:nvPr>
            <p:ph idx="2" type="title"/>
          </p:nvPr>
        </p:nvSpPr>
        <p:spPr>
          <a:xfrm>
            <a:off x="956150" y="394200"/>
            <a:ext cx="3558600" cy="3936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1"/>
              </a:buClr>
              <a:buSzPts val="1400"/>
              <a:buFont typeface="Albert Sans"/>
              <a:buNone/>
              <a:defRPr sz="1400">
                <a:latin typeface="Albert Sans"/>
                <a:ea typeface="Albert Sans"/>
                <a:cs typeface="Albert Sans"/>
                <a:sym typeface="Albert Sans"/>
              </a:defRPr>
            </a:lvl1pPr>
            <a:lvl2pPr lvl="1">
              <a:spcBef>
                <a:spcPts val="0"/>
              </a:spcBef>
              <a:spcAft>
                <a:spcPts val="0"/>
              </a:spcAft>
              <a:buClr>
                <a:schemeClr val="lt1"/>
              </a:buClr>
              <a:buSzPts val="1400"/>
              <a:buFont typeface="Albert Sans"/>
              <a:buNone/>
              <a:defRPr>
                <a:latin typeface="Albert Sans"/>
                <a:ea typeface="Albert Sans"/>
                <a:cs typeface="Albert Sans"/>
                <a:sym typeface="Albert Sans"/>
              </a:defRPr>
            </a:lvl2pPr>
            <a:lvl3pPr lvl="2">
              <a:spcBef>
                <a:spcPts val="0"/>
              </a:spcBef>
              <a:spcAft>
                <a:spcPts val="0"/>
              </a:spcAft>
              <a:buClr>
                <a:schemeClr val="lt1"/>
              </a:buClr>
              <a:buSzPts val="1400"/>
              <a:buFont typeface="Albert Sans"/>
              <a:buNone/>
              <a:defRPr>
                <a:latin typeface="Albert Sans"/>
                <a:ea typeface="Albert Sans"/>
                <a:cs typeface="Albert Sans"/>
                <a:sym typeface="Albert Sans"/>
              </a:defRPr>
            </a:lvl3pPr>
            <a:lvl4pPr lvl="3">
              <a:spcBef>
                <a:spcPts val="0"/>
              </a:spcBef>
              <a:spcAft>
                <a:spcPts val="0"/>
              </a:spcAft>
              <a:buClr>
                <a:schemeClr val="lt1"/>
              </a:buClr>
              <a:buSzPts val="1400"/>
              <a:buFont typeface="Albert Sans"/>
              <a:buNone/>
              <a:defRPr>
                <a:latin typeface="Albert Sans"/>
                <a:ea typeface="Albert Sans"/>
                <a:cs typeface="Albert Sans"/>
                <a:sym typeface="Albert Sans"/>
              </a:defRPr>
            </a:lvl4pPr>
            <a:lvl5pPr lvl="4">
              <a:spcBef>
                <a:spcPts val="0"/>
              </a:spcBef>
              <a:spcAft>
                <a:spcPts val="0"/>
              </a:spcAft>
              <a:buClr>
                <a:schemeClr val="lt1"/>
              </a:buClr>
              <a:buSzPts val="1400"/>
              <a:buFont typeface="Albert Sans"/>
              <a:buNone/>
              <a:defRPr>
                <a:latin typeface="Albert Sans"/>
                <a:ea typeface="Albert Sans"/>
                <a:cs typeface="Albert Sans"/>
                <a:sym typeface="Albert Sans"/>
              </a:defRPr>
            </a:lvl5pPr>
            <a:lvl6pPr lvl="5">
              <a:spcBef>
                <a:spcPts val="0"/>
              </a:spcBef>
              <a:spcAft>
                <a:spcPts val="0"/>
              </a:spcAft>
              <a:buClr>
                <a:schemeClr val="lt1"/>
              </a:buClr>
              <a:buSzPts val="1400"/>
              <a:buFont typeface="Albert Sans"/>
              <a:buNone/>
              <a:defRPr>
                <a:latin typeface="Albert Sans"/>
                <a:ea typeface="Albert Sans"/>
                <a:cs typeface="Albert Sans"/>
                <a:sym typeface="Albert Sans"/>
              </a:defRPr>
            </a:lvl6pPr>
            <a:lvl7pPr lvl="6">
              <a:spcBef>
                <a:spcPts val="0"/>
              </a:spcBef>
              <a:spcAft>
                <a:spcPts val="0"/>
              </a:spcAft>
              <a:buClr>
                <a:schemeClr val="lt1"/>
              </a:buClr>
              <a:buSzPts val="1400"/>
              <a:buFont typeface="Albert Sans"/>
              <a:buNone/>
              <a:defRPr>
                <a:latin typeface="Albert Sans"/>
                <a:ea typeface="Albert Sans"/>
                <a:cs typeface="Albert Sans"/>
                <a:sym typeface="Albert Sans"/>
              </a:defRPr>
            </a:lvl7pPr>
            <a:lvl8pPr lvl="7">
              <a:spcBef>
                <a:spcPts val="0"/>
              </a:spcBef>
              <a:spcAft>
                <a:spcPts val="0"/>
              </a:spcAft>
              <a:buClr>
                <a:schemeClr val="lt1"/>
              </a:buClr>
              <a:buSzPts val="1400"/>
              <a:buFont typeface="Albert Sans"/>
              <a:buNone/>
              <a:defRPr>
                <a:latin typeface="Albert Sans"/>
                <a:ea typeface="Albert Sans"/>
                <a:cs typeface="Albert Sans"/>
                <a:sym typeface="Albert Sans"/>
              </a:defRPr>
            </a:lvl8pPr>
            <a:lvl9pPr lvl="8">
              <a:spcBef>
                <a:spcPts val="0"/>
              </a:spcBef>
              <a:spcAft>
                <a:spcPts val="0"/>
              </a:spcAft>
              <a:buClr>
                <a:schemeClr val="lt1"/>
              </a:buClr>
              <a:buSzPts val="1400"/>
              <a:buFont typeface="Albert Sans"/>
              <a:buNone/>
              <a:defRPr>
                <a:latin typeface="Albert Sans"/>
                <a:ea typeface="Albert Sans"/>
                <a:cs typeface="Albert Sans"/>
                <a:sym typeface="Albert Sans"/>
              </a:defRPr>
            </a:lvl9pPr>
          </a:lstStyle>
          <a:p/>
        </p:txBody>
      </p:sp>
      <p:sp>
        <p:nvSpPr>
          <p:cNvPr id="171" name="Google Shape;171;p32"/>
          <p:cNvSpPr/>
          <p:nvPr>
            <p:ph idx="3" type="pic"/>
          </p:nvPr>
        </p:nvSpPr>
        <p:spPr>
          <a:xfrm>
            <a:off x="8596800" y="223475"/>
            <a:ext cx="318600" cy="318600"/>
          </a:xfrm>
          <a:prstGeom prst="ellipse">
            <a:avLst/>
          </a:prstGeom>
          <a:noFill/>
          <a:ln>
            <a:noFill/>
          </a:ln>
        </p:spPr>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ist of 3 Concepts">
  <p:cSld name="CUSTOM_11">
    <p:bg>
      <p:bgPr>
        <a:solidFill>
          <a:schemeClr val="accent2"/>
        </a:solidFill>
      </p:bgPr>
    </p:bg>
    <p:spTree>
      <p:nvGrpSpPr>
        <p:cNvPr id="172" name="Shape 172"/>
        <p:cNvGrpSpPr/>
        <p:nvPr/>
      </p:nvGrpSpPr>
      <p:grpSpPr>
        <a:xfrm>
          <a:off x="0" y="0"/>
          <a:ext cx="0" cy="0"/>
          <a:chOff x="0" y="0"/>
          <a:chExt cx="0" cy="0"/>
        </a:xfrm>
      </p:grpSpPr>
      <p:sp>
        <p:nvSpPr>
          <p:cNvPr id="173" name="Google Shape;173;p33"/>
          <p:cNvSpPr/>
          <p:nvPr/>
        </p:nvSpPr>
        <p:spPr>
          <a:xfrm>
            <a:off x="116350" y="93175"/>
            <a:ext cx="8904000" cy="4914900"/>
          </a:xfrm>
          <a:prstGeom prst="roundRect">
            <a:avLst>
              <a:gd fmla="val 2610"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33"/>
          <p:cNvSpPr txBox="1"/>
          <p:nvPr>
            <p:ph type="title"/>
          </p:nvPr>
        </p:nvSpPr>
        <p:spPr>
          <a:xfrm>
            <a:off x="941780" y="715125"/>
            <a:ext cx="7860000" cy="830400"/>
          </a:xfrm>
          <a:prstGeom prst="rect">
            <a:avLst/>
          </a:prstGeom>
        </p:spPr>
        <p:txBody>
          <a:bodyPr anchorCtr="0" anchor="t" bIns="91425" lIns="91425" spcFirstLastPara="1" rIns="91425" wrap="square" tIns="91425">
            <a:noAutofit/>
          </a:bodyPr>
          <a:lstStyle>
            <a:lvl1pPr lvl="0">
              <a:lnSpc>
                <a:spcPct val="90000"/>
              </a:lnSpc>
              <a:spcBef>
                <a:spcPts val="0"/>
              </a:spcBef>
              <a:spcAft>
                <a:spcPts val="0"/>
              </a:spcAft>
              <a:buClr>
                <a:schemeClr val="dk2"/>
              </a:buClr>
              <a:buSzPts val="6000"/>
              <a:buFont typeface="Albert Sans"/>
              <a:buNone/>
              <a:defRPr sz="6000">
                <a:solidFill>
                  <a:schemeClr val="dk2"/>
                </a:solidFill>
                <a:latin typeface="Albert Sans"/>
                <a:ea typeface="Albert Sans"/>
                <a:cs typeface="Albert Sans"/>
                <a:sym typeface="Albert Sans"/>
              </a:defRPr>
            </a:lvl1pPr>
            <a:lvl2pPr lvl="1">
              <a:lnSpc>
                <a:spcPct val="90000"/>
              </a:lnSpc>
              <a:spcBef>
                <a:spcPts val="0"/>
              </a:spcBef>
              <a:spcAft>
                <a:spcPts val="0"/>
              </a:spcAft>
              <a:buClr>
                <a:schemeClr val="dk2"/>
              </a:buClr>
              <a:buSzPts val="1400"/>
              <a:buFont typeface="Albert Sans"/>
              <a:buNone/>
              <a:defRPr>
                <a:solidFill>
                  <a:schemeClr val="dk2"/>
                </a:solidFill>
                <a:latin typeface="Albert Sans"/>
                <a:ea typeface="Albert Sans"/>
                <a:cs typeface="Albert Sans"/>
                <a:sym typeface="Albert Sans"/>
              </a:defRPr>
            </a:lvl2pPr>
            <a:lvl3pPr lvl="2">
              <a:lnSpc>
                <a:spcPct val="90000"/>
              </a:lnSpc>
              <a:spcBef>
                <a:spcPts val="0"/>
              </a:spcBef>
              <a:spcAft>
                <a:spcPts val="0"/>
              </a:spcAft>
              <a:buClr>
                <a:schemeClr val="dk2"/>
              </a:buClr>
              <a:buSzPts val="1400"/>
              <a:buFont typeface="Albert Sans"/>
              <a:buNone/>
              <a:defRPr>
                <a:solidFill>
                  <a:schemeClr val="dk2"/>
                </a:solidFill>
                <a:latin typeface="Albert Sans"/>
                <a:ea typeface="Albert Sans"/>
                <a:cs typeface="Albert Sans"/>
                <a:sym typeface="Albert Sans"/>
              </a:defRPr>
            </a:lvl3pPr>
            <a:lvl4pPr lvl="3">
              <a:lnSpc>
                <a:spcPct val="90000"/>
              </a:lnSpc>
              <a:spcBef>
                <a:spcPts val="0"/>
              </a:spcBef>
              <a:spcAft>
                <a:spcPts val="0"/>
              </a:spcAft>
              <a:buClr>
                <a:schemeClr val="dk2"/>
              </a:buClr>
              <a:buSzPts val="1400"/>
              <a:buFont typeface="Albert Sans"/>
              <a:buNone/>
              <a:defRPr>
                <a:solidFill>
                  <a:schemeClr val="dk2"/>
                </a:solidFill>
                <a:latin typeface="Albert Sans"/>
                <a:ea typeface="Albert Sans"/>
                <a:cs typeface="Albert Sans"/>
                <a:sym typeface="Albert Sans"/>
              </a:defRPr>
            </a:lvl4pPr>
            <a:lvl5pPr lvl="4">
              <a:lnSpc>
                <a:spcPct val="90000"/>
              </a:lnSpc>
              <a:spcBef>
                <a:spcPts val="0"/>
              </a:spcBef>
              <a:spcAft>
                <a:spcPts val="0"/>
              </a:spcAft>
              <a:buClr>
                <a:schemeClr val="dk2"/>
              </a:buClr>
              <a:buSzPts val="1400"/>
              <a:buFont typeface="Albert Sans"/>
              <a:buNone/>
              <a:defRPr>
                <a:solidFill>
                  <a:schemeClr val="dk2"/>
                </a:solidFill>
                <a:latin typeface="Albert Sans"/>
                <a:ea typeface="Albert Sans"/>
                <a:cs typeface="Albert Sans"/>
                <a:sym typeface="Albert Sans"/>
              </a:defRPr>
            </a:lvl5pPr>
            <a:lvl6pPr lvl="5">
              <a:lnSpc>
                <a:spcPct val="90000"/>
              </a:lnSpc>
              <a:spcBef>
                <a:spcPts val="0"/>
              </a:spcBef>
              <a:spcAft>
                <a:spcPts val="0"/>
              </a:spcAft>
              <a:buClr>
                <a:schemeClr val="dk2"/>
              </a:buClr>
              <a:buSzPts val="1400"/>
              <a:buFont typeface="Albert Sans"/>
              <a:buNone/>
              <a:defRPr>
                <a:solidFill>
                  <a:schemeClr val="dk2"/>
                </a:solidFill>
                <a:latin typeface="Albert Sans"/>
                <a:ea typeface="Albert Sans"/>
                <a:cs typeface="Albert Sans"/>
                <a:sym typeface="Albert Sans"/>
              </a:defRPr>
            </a:lvl6pPr>
            <a:lvl7pPr lvl="6">
              <a:lnSpc>
                <a:spcPct val="90000"/>
              </a:lnSpc>
              <a:spcBef>
                <a:spcPts val="0"/>
              </a:spcBef>
              <a:spcAft>
                <a:spcPts val="0"/>
              </a:spcAft>
              <a:buClr>
                <a:schemeClr val="dk2"/>
              </a:buClr>
              <a:buSzPts val="1400"/>
              <a:buFont typeface="Albert Sans"/>
              <a:buNone/>
              <a:defRPr>
                <a:solidFill>
                  <a:schemeClr val="dk2"/>
                </a:solidFill>
                <a:latin typeface="Albert Sans"/>
                <a:ea typeface="Albert Sans"/>
                <a:cs typeface="Albert Sans"/>
                <a:sym typeface="Albert Sans"/>
              </a:defRPr>
            </a:lvl7pPr>
            <a:lvl8pPr lvl="7">
              <a:lnSpc>
                <a:spcPct val="90000"/>
              </a:lnSpc>
              <a:spcBef>
                <a:spcPts val="0"/>
              </a:spcBef>
              <a:spcAft>
                <a:spcPts val="0"/>
              </a:spcAft>
              <a:buClr>
                <a:schemeClr val="dk2"/>
              </a:buClr>
              <a:buSzPts val="1400"/>
              <a:buFont typeface="Albert Sans"/>
              <a:buNone/>
              <a:defRPr>
                <a:solidFill>
                  <a:schemeClr val="dk2"/>
                </a:solidFill>
                <a:latin typeface="Albert Sans"/>
                <a:ea typeface="Albert Sans"/>
                <a:cs typeface="Albert Sans"/>
                <a:sym typeface="Albert Sans"/>
              </a:defRPr>
            </a:lvl8pPr>
            <a:lvl9pPr lvl="8">
              <a:lnSpc>
                <a:spcPct val="90000"/>
              </a:lnSpc>
              <a:spcBef>
                <a:spcPts val="0"/>
              </a:spcBef>
              <a:spcAft>
                <a:spcPts val="0"/>
              </a:spcAft>
              <a:buClr>
                <a:schemeClr val="dk2"/>
              </a:buClr>
              <a:buSzPts val="1400"/>
              <a:buFont typeface="Albert Sans"/>
              <a:buNone/>
              <a:defRPr>
                <a:solidFill>
                  <a:schemeClr val="dk2"/>
                </a:solidFill>
                <a:latin typeface="Albert Sans"/>
                <a:ea typeface="Albert Sans"/>
                <a:cs typeface="Albert Sans"/>
                <a:sym typeface="Albert Sans"/>
              </a:defRPr>
            </a:lvl9pPr>
          </a:lstStyle>
          <a:p/>
        </p:txBody>
      </p:sp>
      <p:sp>
        <p:nvSpPr>
          <p:cNvPr id="175" name="Google Shape;175;p33"/>
          <p:cNvSpPr txBox="1"/>
          <p:nvPr>
            <p:ph idx="1" type="body"/>
          </p:nvPr>
        </p:nvSpPr>
        <p:spPr>
          <a:xfrm>
            <a:off x="1188971" y="2402817"/>
            <a:ext cx="1893300" cy="16854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dk2"/>
              </a:buClr>
              <a:buSzPts val="1000"/>
              <a:buFont typeface="Albert Sans"/>
              <a:buChar char="●"/>
              <a:defRPr sz="1000">
                <a:solidFill>
                  <a:schemeClr val="dk2"/>
                </a:solidFill>
              </a:defRPr>
            </a:lvl1pPr>
            <a:lvl2pPr indent="-292100" lvl="1" marL="914400">
              <a:spcBef>
                <a:spcPts val="0"/>
              </a:spcBef>
              <a:spcAft>
                <a:spcPts val="0"/>
              </a:spcAft>
              <a:buClr>
                <a:schemeClr val="dk2"/>
              </a:buClr>
              <a:buSzPts val="1000"/>
              <a:buFont typeface="Albert Sans"/>
              <a:buChar char="○"/>
              <a:defRPr sz="1000">
                <a:solidFill>
                  <a:schemeClr val="dk2"/>
                </a:solidFill>
              </a:defRPr>
            </a:lvl2pPr>
            <a:lvl3pPr indent="-292100" lvl="2" marL="1371600">
              <a:spcBef>
                <a:spcPts val="0"/>
              </a:spcBef>
              <a:spcAft>
                <a:spcPts val="0"/>
              </a:spcAft>
              <a:buClr>
                <a:schemeClr val="dk2"/>
              </a:buClr>
              <a:buSzPts val="1000"/>
              <a:buFont typeface="Albert Sans"/>
              <a:buChar char="■"/>
              <a:defRPr sz="1000">
                <a:solidFill>
                  <a:schemeClr val="dk2"/>
                </a:solidFill>
              </a:defRPr>
            </a:lvl3pPr>
            <a:lvl4pPr indent="-292100" lvl="3" marL="1828800">
              <a:spcBef>
                <a:spcPts val="0"/>
              </a:spcBef>
              <a:spcAft>
                <a:spcPts val="0"/>
              </a:spcAft>
              <a:buClr>
                <a:schemeClr val="dk2"/>
              </a:buClr>
              <a:buSzPts val="1000"/>
              <a:buFont typeface="Albert Sans"/>
              <a:buChar char="●"/>
              <a:defRPr sz="1000">
                <a:solidFill>
                  <a:schemeClr val="dk2"/>
                </a:solidFill>
              </a:defRPr>
            </a:lvl4pPr>
            <a:lvl5pPr indent="-292100" lvl="4" marL="2286000">
              <a:spcBef>
                <a:spcPts val="0"/>
              </a:spcBef>
              <a:spcAft>
                <a:spcPts val="0"/>
              </a:spcAft>
              <a:buClr>
                <a:schemeClr val="dk2"/>
              </a:buClr>
              <a:buSzPts val="1000"/>
              <a:buFont typeface="Albert Sans"/>
              <a:buChar char="○"/>
              <a:defRPr sz="1000">
                <a:solidFill>
                  <a:schemeClr val="dk2"/>
                </a:solidFill>
              </a:defRPr>
            </a:lvl5pPr>
            <a:lvl6pPr indent="-292100" lvl="5" marL="2743200">
              <a:spcBef>
                <a:spcPts val="0"/>
              </a:spcBef>
              <a:spcAft>
                <a:spcPts val="0"/>
              </a:spcAft>
              <a:buClr>
                <a:schemeClr val="dk2"/>
              </a:buClr>
              <a:buSzPts val="1000"/>
              <a:buFont typeface="Albert Sans"/>
              <a:buChar char="■"/>
              <a:defRPr sz="1000">
                <a:solidFill>
                  <a:schemeClr val="dk2"/>
                </a:solidFill>
              </a:defRPr>
            </a:lvl6pPr>
            <a:lvl7pPr indent="-292100" lvl="6" marL="3200400">
              <a:spcBef>
                <a:spcPts val="0"/>
              </a:spcBef>
              <a:spcAft>
                <a:spcPts val="0"/>
              </a:spcAft>
              <a:buClr>
                <a:schemeClr val="dk2"/>
              </a:buClr>
              <a:buSzPts val="1000"/>
              <a:buFont typeface="Albert Sans"/>
              <a:buChar char="●"/>
              <a:defRPr sz="1000">
                <a:solidFill>
                  <a:schemeClr val="dk2"/>
                </a:solidFill>
              </a:defRPr>
            </a:lvl7pPr>
            <a:lvl8pPr indent="-292100" lvl="7" marL="3657600">
              <a:spcBef>
                <a:spcPts val="0"/>
              </a:spcBef>
              <a:spcAft>
                <a:spcPts val="0"/>
              </a:spcAft>
              <a:buClr>
                <a:schemeClr val="dk2"/>
              </a:buClr>
              <a:buSzPts val="1000"/>
              <a:buFont typeface="Albert Sans"/>
              <a:buChar char="○"/>
              <a:defRPr sz="1000">
                <a:solidFill>
                  <a:schemeClr val="dk2"/>
                </a:solidFill>
              </a:defRPr>
            </a:lvl8pPr>
            <a:lvl9pPr indent="-292100" lvl="8" marL="4114800">
              <a:spcBef>
                <a:spcPts val="0"/>
              </a:spcBef>
              <a:spcAft>
                <a:spcPts val="0"/>
              </a:spcAft>
              <a:buClr>
                <a:schemeClr val="dk2"/>
              </a:buClr>
              <a:buSzPts val="1000"/>
              <a:buFont typeface="Albert Sans"/>
              <a:buChar char="■"/>
              <a:defRPr sz="1000">
                <a:solidFill>
                  <a:schemeClr val="dk2"/>
                </a:solidFill>
              </a:defRPr>
            </a:lvl9pPr>
          </a:lstStyle>
          <a:p/>
        </p:txBody>
      </p:sp>
      <p:sp>
        <p:nvSpPr>
          <p:cNvPr id="176" name="Google Shape;176;p33"/>
          <p:cNvSpPr txBox="1"/>
          <p:nvPr>
            <p:ph idx="2" type="body"/>
          </p:nvPr>
        </p:nvSpPr>
        <p:spPr>
          <a:xfrm>
            <a:off x="3628515" y="2402817"/>
            <a:ext cx="1893300" cy="16854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dk2"/>
              </a:buClr>
              <a:buSzPts val="1000"/>
              <a:buFont typeface="Albert Sans"/>
              <a:buChar char="●"/>
              <a:defRPr sz="1000">
                <a:solidFill>
                  <a:schemeClr val="dk2"/>
                </a:solidFill>
              </a:defRPr>
            </a:lvl1pPr>
            <a:lvl2pPr indent="-292100" lvl="1" marL="914400">
              <a:spcBef>
                <a:spcPts val="0"/>
              </a:spcBef>
              <a:spcAft>
                <a:spcPts val="0"/>
              </a:spcAft>
              <a:buClr>
                <a:schemeClr val="dk2"/>
              </a:buClr>
              <a:buSzPts val="1000"/>
              <a:buFont typeface="Albert Sans"/>
              <a:buChar char="○"/>
              <a:defRPr sz="1000">
                <a:solidFill>
                  <a:schemeClr val="dk2"/>
                </a:solidFill>
              </a:defRPr>
            </a:lvl2pPr>
            <a:lvl3pPr indent="-292100" lvl="2" marL="1371600">
              <a:spcBef>
                <a:spcPts val="0"/>
              </a:spcBef>
              <a:spcAft>
                <a:spcPts val="0"/>
              </a:spcAft>
              <a:buClr>
                <a:schemeClr val="dk2"/>
              </a:buClr>
              <a:buSzPts val="1000"/>
              <a:buFont typeface="Albert Sans"/>
              <a:buChar char="■"/>
              <a:defRPr sz="1000">
                <a:solidFill>
                  <a:schemeClr val="dk2"/>
                </a:solidFill>
              </a:defRPr>
            </a:lvl3pPr>
            <a:lvl4pPr indent="-292100" lvl="3" marL="1828800">
              <a:spcBef>
                <a:spcPts val="0"/>
              </a:spcBef>
              <a:spcAft>
                <a:spcPts val="0"/>
              </a:spcAft>
              <a:buClr>
                <a:schemeClr val="dk2"/>
              </a:buClr>
              <a:buSzPts val="1000"/>
              <a:buFont typeface="Albert Sans"/>
              <a:buChar char="●"/>
              <a:defRPr sz="1000">
                <a:solidFill>
                  <a:schemeClr val="dk2"/>
                </a:solidFill>
              </a:defRPr>
            </a:lvl4pPr>
            <a:lvl5pPr indent="-292100" lvl="4" marL="2286000">
              <a:spcBef>
                <a:spcPts val="0"/>
              </a:spcBef>
              <a:spcAft>
                <a:spcPts val="0"/>
              </a:spcAft>
              <a:buClr>
                <a:schemeClr val="dk2"/>
              </a:buClr>
              <a:buSzPts val="1000"/>
              <a:buFont typeface="Albert Sans"/>
              <a:buChar char="○"/>
              <a:defRPr sz="1000">
                <a:solidFill>
                  <a:schemeClr val="dk2"/>
                </a:solidFill>
              </a:defRPr>
            </a:lvl5pPr>
            <a:lvl6pPr indent="-292100" lvl="5" marL="2743200">
              <a:spcBef>
                <a:spcPts val="0"/>
              </a:spcBef>
              <a:spcAft>
                <a:spcPts val="0"/>
              </a:spcAft>
              <a:buClr>
                <a:schemeClr val="dk2"/>
              </a:buClr>
              <a:buSzPts val="1000"/>
              <a:buFont typeface="Albert Sans"/>
              <a:buChar char="■"/>
              <a:defRPr sz="1000">
                <a:solidFill>
                  <a:schemeClr val="dk2"/>
                </a:solidFill>
              </a:defRPr>
            </a:lvl6pPr>
            <a:lvl7pPr indent="-292100" lvl="6" marL="3200400">
              <a:spcBef>
                <a:spcPts val="0"/>
              </a:spcBef>
              <a:spcAft>
                <a:spcPts val="0"/>
              </a:spcAft>
              <a:buClr>
                <a:schemeClr val="dk2"/>
              </a:buClr>
              <a:buSzPts val="1000"/>
              <a:buFont typeface="Albert Sans"/>
              <a:buChar char="●"/>
              <a:defRPr sz="1000">
                <a:solidFill>
                  <a:schemeClr val="dk2"/>
                </a:solidFill>
              </a:defRPr>
            </a:lvl7pPr>
            <a:lvl8pPr indent="-292100" lvl="7" marL="3657600">
              <a:spcBef>
                <a:spcPts val="0"/>
              </a:spcBef>
              <a:spcAft>
                <a:spcPts val="0"/>
              </a:spcAft>
              <a:buClr>
                <a:schemeClr val="dk2"/>
              </a:buClr>
              <a:buSzPts val="1000"/>
              <a:buFont typeface="Albert Sans"/>
              <a:buChar char="○"/>
              <a:defRPr sz="1000">
                <a:solidFill>
                  <a:schemeClr val="dk2"/>
                </a:solidFill>
              </a:defRPr>
            </a:lvl8pPr>
            <a:lvl9pPr indent="-292100" lvl="8" marL="4114800">
              <a:spcBef>
                <a:spcPts val="0"/>
              </a:spcBef>
              <a:spcAft>
                <a:spcPts val="0"/>
              </a:spcAft>
              <a:buClr>
                <a:schemeClr val="dk2"/>
              </a:buClr>
              <a:buSzPts val="1000"/>
              <a:buFont typeface="Albert Sans"/>
              <a:buChar char="■"/>
              <a:defRPr sz="1000">
                <a:solidFill>
                  <a:schemeClr val="dk2"/>
                </a:solidFill>
              </a:defRPr>
            </a:lvl9pPr>
          </a:lstStyle>
          <a:p/>
        </p:txBody>
      </p:sp>
      <p:sp>
        <p:nvSpPr>
          <p:cNvPr id="177" name="Google Shape;177;p33"/>
          <p:cNvSpPr txBox="1"/>
          <p:nvPr>
            <p:ph idx="3" type="subTitle"/>
          </p:nvPr>
        </p:nvSpPr>
        <p:spPr>
          <a:xfrm>
            <a:off x="1078092" y="1852966"/>
            <a:ext cx="2125500" cy="3735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400"/>
              <a:buFont typeface="Albert Sans"/>
              <a:buNone/>
              <a:defRPr>
                <a:solidFill>
                  <a:schemeClr val="dk2"/>
                </a:solidFill>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178" name="Google Shape;178;p33"/>
          <p:cNvSpPr txBox="1"/>
          <p:nvPr>
            <p:ph idx="4" type="subTitle"/>
          </p:nvPr>
        </p:nvSpPr>
        <p:spPr>
          <a:xfrm>
            <a:off x="3524146" y="1852966"/>
            <a:ext cx="2125500" cy="3735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400"/>
              <a:buFont typeface="Albert Sans"/>
              <a:buNone/>
              <a:defRPr>
                <a:solidFill>
                  <a:schemeClr val="dk2"/>
                </a:solidFill>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179" name="Google Shape;179;p33"/>
          <p:cNvSpPr txBox="1"/>
          <p:nvPr>
            <p:ph idx="5" type="subTitle"/>
          </p:nvPr>
        </p:nvSpPr>
        <p:spPr>
          <a:xfrm>
            <a:off x="5970200" y="1852966"/>
            <a:ext cx="2125500" cy="3735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400"/>
              <a:buFont typeface="Albert Sans"/>
              <a:buNone/>
              <a:defRPr>
                <a:solidFill>
                  <a:schemeClr val="dk2"/>
                </a:solidFill>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180" name="Google Shape;180;p33"/>
          <p:cNvSpPr txBox="1"/>
          <p:nvPr>
            <p:ph idx="6" type="body"/>
          </p:nvPr>
        </p:nvSpPr>
        <p:spPr>
          <a:xfrm>
            <a:off x="6068972" y="2402817"/>
            <a:ext cx="1893300" cy="16854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dk2"/>
              </a:buClr>
              <a:buSzPts val="1000"/>
              <a:buFont typeface="Albert Sans"/>
              <a:buChar char="●"/>
              <a:defRPr sz="1000">
                <a:solidFill>
                  <a:schemeClr val="dk2"/>
                </a:solidFill>
              </a:defRPr>
            </a:lvl1pPr>
            <a:lvl2pPr indent="-292100" lvl="1" marL="914400">
              <a:spcBef>
                <a:spcPts val="0"/>
              </a:spcBef>
              <a:spcAft>
                <a:spcPts val="0"/>
              </a:spcAft>
              <a:buClr>
                <a:schemeClr val="dk2"/>
              </a:buClr>
              <a:buSzPts val="1000"/>
              <a:buFont typeface="Albert Sans"/>
              <a:buChar char="○"/>
              <a:defRPr sz="1000">
                <a:solidFill>
                  <a:schemeClr val="dk2"/>
                </a:solidFill>
              </a:defRPr>
            </a:lvl2pPr>
            <a:lvl3pPr indent="-292100" lvl="2" marL="1371600">
              <a:spcBef>
                <a:spcPts val="0"/>
              </a:spcBef>
              <a:spcAft>
                <a:spcPts val="0"/>
              </a:spcAft>
              <a:buClr>
                <a:schemeClr val="dk2"/>
              </a:buClr>
              <a:buSzPts val="1000"/>
              <a:buFont typeface="Albert Sans"/>
              <a:buChar char="■"/>
              <a:defRPr sz="1000">
                <a:solidFill>
                  <a:schemeClr val="dk2"/>
                </a:solidFill>
              </a:defRPr>
            </a:lvl3pPr>
            <a:lvl4pPr indent="-292100" lvl="3" marL="1828800">
              <a:spcBef>
                <a:spcPts val="0"/>
              </a:spcBef>
              <a:spcAft>
                <a:spcPts val="0"/>
              </a:spcAft>
              <a:buClr>
                <a:schemeClr val="dk2"/>
              </a:buClr>
              <a:buSzPts val="1000"/>
              <a:buFont typeface="Albert Sans"/>
              <a:buChar char="●"/>
              <a:defRPr sz="1000">
                <a:solidFill>
                  <a:schemeClr val="dk2"/>
                </a:solidFill>
              </a:defRPr>
            </a:lvl4pPr>
            <a:lvl5pPr indent="-292100" lvl="4" marL="2286000">
              <a:spcBef>
                <a:spcPts val="0"/>
              </a:spcBef>
              <a:spcAft>
                <a:spcPts val="0"/>
              </a:spcAft>
              <a:buClr>
                <a:schemeClr val="dk2"/>
              </a:buClr>
              <a:buSzPts val="1000"/>
              <a:buFont typeface="Albert Sans"/>
              <a:buChar char="○"/>
              <a:defRPr sz="1000">
                <a:solidFill>
                  <a:schemeClr val="dk2"/>
                </a:solidFill>
              </a:defRPr>
            </a:lvl5pPr>
            <a:lvl6pPr indent="-292100" lvl="5" marL="2743200">
              <a:spcBef>
                <a:spcPts val="0"/>
              </a:spcBef>
              <a:spcAft>
                <a:spcPts val="0"/>
              </a:spcAft>
              <a:buClr>
                <a:schemeClr val="dk2"/>
              </a:buClr>
              <a:buSzPts val="1000"/>
              <a:buFont typeface="Albert Sans"/>
              <a:buChar char="■"/>
              <a:defRPr sz="1000">
                <a:solidFill>
                  <a:schemeClr val="dk2"/>
                </a:solidFill>
              </a:defRPr>
            </a:lvl6pPr>
            <a:lvl7pPr indent="-292100" lvl="6" marL="3200400">
              <a:spcBef>
                <a:spcPts val="0"/>
              </a:spcBef>
              <a:spcAft>
                <a:spcPts val="0"/>
              </a:spcAft>
              <a:buClr>
                <a:schemeClr val="dk2"/>
              </a:buClr>
              <a:buSzPts val="1000"/>
              <a:buFont typeface="Albert Sans"/>
              <a:buChar char="●"/>
              <a:defRPr sz="1000">
                <a:solidFill>
                  <a:schemeClr val="dk2"/>
                </a:solidFill>
              </a:defRPr>
            </a:lvl7pPr>
            <a:lvl8pPr indent="-292100" lvl="7" marL="3657600">
              <a:spcBef>
                <a:spcPts val="0"/>
              </a:spcBef>
              <a:spcAft>
                <a:spcPts val="0"/>
              </a:spcAft>
              <a:buClr>
                <a:schemeClr val="dk2"/>
              </a:buClr>
              <a:buSzPts val="1000"/>
              <a:buFont typeface="Albert Sans"/>
              <a:buChar char="○"/>
              <a:defRPr sz="1000">
                <a:solidFill>
                  <a:schemeClr val="dk2"/>
                </a:solidFill>
              </a:defRPr>
            </a:lvl8pPr>
            <a:lvl9pPr indent="-292100" lvl="8" marL="4114800">
              <a:spcBef>
                <a:spcPts val="0"/>
              </a:spcBef>
              <a:spcAft>
                <a:spcPts val="0"/>
              </a:spcAft>
              <a:buClr>
                <a:schemeClr val="dk2"/>
              </a:buClr>
              <a:buSzPts val="1000"/>
              <a:buFont typeface="Albert Sans"/>
              <a:buChar char="■"/>
              <a:defRPr sz="1000">
                <a:solidFill>
                  <a:schemeClr val="dk2"/>
                </a:solidFill>
              </a:defRPr>
            </a:lvl9pPr>
          </a:lstStyle>
          <a:p/>
        </p:txBody>
      </p:sp>
      <p:sp>
        <p:nvSpPr>
          <p:cNvPr id="181" name="Google Shape;181;p33"/>
          <p:cNvSpPr/>
          <p:nvPr>
            <p:ph idx="7" type="pic"/>
          </p:nvPr>
        </p:nvSpPr>
        <p:spPr>
          <a:xfrm>
            <a:off x="8596800" y="223475"/>
            <a:ext cx="318600" cy="318600"/>
          </a:xfrm>
          <a:prstGeom prst="ellipse">
            <a:avLst/>
          </a:prstGeom>
          <a:noFill/>
          <a:ln>
            <a:noFill/>
          </a:ln>
        </p:spPr>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ist of 6 Concepts">
  <p:cSld name="CUSTOM_11_1">
    <p:bg>
      <p:bgPr>
        <a:solidFill>
          <a:schemeClr val="accent2"/>
        </a:solidFill>
      </p:bgPr>
    </p:bg>
    <p:spTree>
      <p:nvGrpSpPr>
        <p:cNvPr id="182" name="Shape 182"/>
        <p:cNvGrpSpPr/>
        <p:nvPr/>
      </p:nvGrpSpPr>
      <p:grpSpPr>
        <a:xfrm>
          <a:off x="0" y="0"/>
          <a:ext cx="0" cy="0"/>
          <a:chOff x="0" y="0"/>
          <a:chExt cx="0" cy="0"/>
        </a:xfrm>
      </p:grpSpPr>
      <p:sp>
        <p:nvSpPr>
          <p:cNvPr id="183" name="Google Shape;183;p34"/>
          <p:cNvSpPr/>
          <p:nvPr/>
        </p:nvSpPr>
        <p:spPr>
          <a:xfrm>
            <a:off x="116350" y="93175"/>
            <a:ext cx="8904000" cy="4914900"/>
          </a:xfrm>
          <a:prstGeom prst="roundRect">
            <a:avLst>
              <a:gd fmla="val 2610"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34"/>
          <p:cNvSpPr txBox="1"/>
          <p:nvPr>
            <p:ph idx="1" type="subTitle"/>
          </p:nvPr>
        </p:nvSpPr>
        <p:spPr>
          <a:xfrm>
            <a:off x="1062065" y="917207"/>
            <a:ext cx="2021100" cy="3735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400"/>
              <a:buFont typeface="Albert Sans"/>
              <a:buNone/>
              <a:defRPr>
                <a:solidFill>
                  <a:schemeClr val="dk2"/>
                </a:solidFill>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185" name="Google Shape;185;p34"/>
          <p:cNvSpPr txBox="1"/>
          <p:nvPr>
            <p:ph idx="2" type="subTitle"/>
          </p:nvPr>
        </p:nvSpPr>
        <p:spPr>
          <a:xfrm>
            <a:off x="3507690" y="917207"/>
            <a:ext cx="2021100" cy="3735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400"/>
              <a:buFont typeface="Albert Sans"/>
              <a:buNone/>
              <a:defRPr>
                <a:solidFill>
                  <a:schemeClr val="dk2"/>
                </a:solidFill>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186" name="Google Shape;186;p34"/>
          <p:cNvSpPr txBox="1"/>
          <p:nvPr>
            <p:ph idx="3" type="subTitle"/>
          </p:nvPr>
        </p:nvSpPr>
        <p:spPr>
          <a:xfrm>
            <a:off x="5956640" y="917207"/>
            <a:ext cx="2021100" cy="3735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400"/>
              <a:buFont typeface="Albert Sans"/>
              <a:buNone/>
              <a:defRPr>
                <a:solidFill>
                  <a:schemeClr val="dk2"/>
                </a:solidFill>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187" name="Google Shape;187;p34"/>
          <p:cNvSpPr txBox="1"/>
          <p:nvPr>
            <p:ph idx="4" type="body"/>
          </p:nvPr>
        </p:nvSpPr>
        <p:spPr>
          <a:xfrm>
            <a:off x="1172475" y="1372575"/>
            <a:ext cx="1913100" cy="8109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dk2"/>
              </a:buClr>
              <a:buSzPts val="1000"/>
              <a:buFont typeface="Albert Sans"/>
              <a:buChar char="●"/>
              <a:defRPr sz="1000">
                <a:solidFill>
                  <a:schemeClr val="dk2"/>
                </a:solidFill>
              </a:defRPr>
            </a:lvl1pPr>
            <a:lvl2pPr indent="-292100" lvl="1" marL="914400">
              <a:spcBef>
                <a:spcPts val="0"/>
              </a:spcBef>
              <a:spcAft>
                <a:spcPts val="0"/>
              </a:spcAft>
              <a:buClr>
                <a:schemeClr val="dk2"/>
              </a:buClr>
              <a:buSzPts val="1000"/>
              <a:buFont typeface="Albert Sans"/>
              <a:buChar char="○"/>
              <a:defRPr sz="1000">
                <a:solidFill>
                  <a:schemeClr val="dk2"/>
                </a:solidFill>
              </a:defRPr>
            </a:lvl2pPr>
            <a:lvl3pPr indent="-292100" lvl="2" marL="1371600">
              <a:spcBef>
                <a:spcPts val="0"/>
              </a:spcBef>
              <a:spcAft>
                <a:spcPts val="0"/>
              </a:spcAft>
              <a:buClr>
                <a:schemeClr val="dk2"/>
              </a:buClr>
              <a:buSzPts val="1000"/>
              <a:buFont typeface="Albert Sans"/>
              <a:buChar char="■"/>
              <a:defRPr sz="1000">
                <a:solidFill>
                  <a:schemeClr val="dk2"/>
                </a:solidFill>
              </a:defRPr>
            </a:lvl3pPr>
            <a:lvl4pPr indent="-292100" lvl="3" marL="1828800">
              <a:spcBef>
                <a:spcPts val="0"/>
              </a:spcBef>
              <a:spcAft>
                <a:spcPts val="0"/>
              </a:spcAft>
              <a:buClr>
                <a:schemeClr val="dk2"/>
              </a:buClr>
              <a:buSzPts val="1000"/>
              <a:buFont typeface="Albert Sans"/>
              <a:buChar char="●"/>
              <a:defRPr sz="1000">
                <a:solidFill>
                  <a:schemeClr val="dk2"/>
                </a:solidFill>
              </a:defRPr>
            </a:lvl4pPr>
            <a:lvl5pPr indent="-292100" lvl="4" marL="2286000">
              <a:spcBef>
                <a:spcPts val="0"/>
              </a:spcBef>
              <a:spcAft>
                <a:spcPts val="0"/>
              </a:spcAft>
              <a:buClr>
                <a:schemeClr val="dk2"/>
              </a:buClr>
              <a:buSzPts val="1000"/>
              <a:buFont typeface="Albert Sans"/>
              <a:buChar char="○"/>
              <a:defRPr sz="1000">
                <a:solidFill>
                  <a:schemeClr val="dk2"/>
                </a:solidFill>
              </a:defRPr>
            </a:lvl5pPr>
            <a:lvl6pPr indent="-292100" lvl="5" marL="2743200">
              <a:spcBef>
                <a:spcPts val="0"/>
              </a:spcBef>
              <a:spcAft>
                <a:spcPts val="0"/>
              </a:spcAft>
              <a:buClr>
                <a:schemeClr val="dk2"/>
              </a:buClr>
              <a:buSzPts val="1000"/>
              <a:buFont typeface="Albert Sans"/>
              <a:buChar char="■"/>
              <a:defRPr sz="1000">
                <a:solidFill>
                  <a:schemeClr val="dk2"/>
                </a:solidFill>
              </a:defRPr>
            </a:lvl6pPr>
            <a:lvl7pPr indent="-292100" lvl="6" marL="3200400">
              <a:spcBef>
                <a:spcPts val="0"/>
              </a:spcBef>
              <a:spcAft>
                <a:spcPts val="0"/>
              </a:spcAft>
              <a:buClr>
                <a:schemeClr val="dk2"/>
              </a:buClr>
              <a:buSzPts val="1000"/>
              <a:buFont typeface="Albert Sans"/>
              <a:buChar char="●"/>
              <a:defRPr sz="1000">
                <a:solidFill>
                  <a:schemeClr val="dk2"/>
                </a:solidFill>
              </a:defRPr>
            </a:lvl7pPr>
            <a:lvl8pPr indent="-292100" lvl="7" marL="3657600">
              <a:spcBef>
                <a:spcPts val="0"/>
              </a:spcBef>
              <a:spcAft>
                <a:spcPts val="0"/>
              </a:spcAft>
              <a:buClr>
                <a:schemeClr val="dk2"/>
              </a:buClr>
              <a:buSzPts val="1000"/>
              <a:buFont typeface="Albert Sans"/>
              <a:buChar char="○"/>
              <a:defRPr sz="1000">
                <a:solidFill>
                  <a:schemeClr val="dk2"/>
                </a:solidFill>
              </a:defRPr>
            </a:lvl8pPr>
            <a:lvl9pPr indent="-292100" lvl="8" marL="4114800">
              <a:spcBef>
                <a:spcPts val="0"/>
              </a:spcBef>
              <a:spcAft>
                <a:spcPts val="0"/>
              </a:spcAft>
              <a:buClr>
                <a:schemeClr val="dk2"/>
              </a:buClr>
              <a:buSzPts val="1000"/>
              <a:buFont typeface="Albert Sans"/>
              <a:buChar char="■"/>
              <a:defRPr sz="1000">
                <a:solidFill>
                  <a:schemeClr val="dk2"/>
                </a:solidFill>
              </a:defRPr>
            </a:lvl9pPr>
          </a:lstStyle>
          <a:p/>
        </p:txBody>
      </p:sp>
      <p:sp>
        <p:nvSpPr>
          <p:cNvPr id="188" name="Google Shape;188;p34"/>
          <p:cNvSpPr txBox="1"/>
          <p:nvPr>
            <p:ph idx="5" type="body"/>
          </p:nvPr>
        </p:nvSpPr>
        <p:spPr>
          <a:xfrm>
            <a:off x="3618100" y="1372575"/>
            <a:ext cx="1913100" cy="8109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dk2"/>
              </a:buClr>
              <a:buSzPts val="1000"/>
              <a:buFont typeface="Albert Sans"/>
              <a:buChar char="●"/>
              <a:defRPr sz="1000">
                <a:solidFill>
                  <a:schemeClr val="dk2"/>
                </a:solidFill>
              </a:defRPr>
            </a:lvl1pPr>
            <a:lvl2pPr indent="-292100" lvl="1" marL="914400">
              <a:spcBef>
                <a:spcPts val="0"/>
              </a:spcBef>
              <a:spcAft>
                <a:spcPts val="0"/>
              </a:spcAft>
              <a:buClr>
                <a:schemeClr val="dk2"/>
              </a:buClr>
              <a:buSzPts val="1000"/>
              <a:buFont typeface="Albert Sans"/>
              <a:buChar char="○"/>
              <a:defRPr sz="1000">
                <a:solidFill>
                  <a:schemeClr val="dk2"/>
                </a:solidFill>
              </a:defRPr>
            </a:lvl2pPr>
            <a:lvl3pPr indent="-292100" lvl="2" marL="1371600">
              <a:spcBef>
                <a:spcPts val="0"/>
              </a:spcBef>
              <a:spcAft>
                <a:spcPts val="0"/>
              </a:spcAft>
              <a:buClr>
                <a:schemeClr val="dk2"/>
              </a:buClr>
              <a:buSzPts val="1000"/>
              <a:buFont typeface="Albert Sans"/>
              <a:buChar char="■"/>
              <a:defRPr sz="1000">
                <a:solidFill>
                  <a:schemeClr val="dk2"/>
                </a:solidFill>
              </a:defRPr>
            </a:lvl3pPr>
            <a:lvl4pPr indent="-292100" lvl="3" marL="1828800">
              <a:spcBef>
                <a:spcPts val="0"/>
              </a:spcBef>
              <a:spcAft>
                <a:spcPts val="0"/>
              </a:spcAft>
              <a:buClr>
                <a:schemeClr val="dk2"/>
              </a:buClr>
              <a:buSzPts val="1000"/>
              <a:buFont typeface="Albert Sans"/>
              <a:buChar char="●"/>
              <a:defRPr sz="1000">
                <a:solidFill>
                  <a:schemeClr val="dk2"/>
                </a:solidFill>
              </a:defRPr>
            </a:lvl4pPr>
            <a:lvl5pPr indent="-292100" lvl="4" marL="2286000">
              <a:spcBef>
                <a:spcPts val="0"/>
              </a:spcBef>
              <a:spcAft>
                <a:spcPts val="0"/>
              </a:spcAft>
              <a:buClr>
                <a:schemeClr val="dk2"/>
              </a:buClr>
              <a:buSzPts val="1000"/>
              <a:buFont typeface="Albert Sans"/>
              <a:buChar char="○"/>
              <a:defRPr sz="1000">
                <a:solidFill>
                  <a:schemeClr val="dk2"/>
                </a:solidFill>
              </a:defRPr>
            </a:lvl5pPr>
            <a:lvl6pPr indent="-292100" lvl="5" marL="2743200">
              <a:spcBef>
                <a:spcPts val="0"/>
              </a:spcBef>
              <a:spcAft>
                <a:spcPts val="0"/>
              </a:spcAft>
              <a:buClr>
                <a:schemeClr val="dk2"/>
              </a:buClr>
              <a:buSzPts val="1000"/>
              <a:buFont typeface="Albert Sans"/>
              <a:buChar char="■"/>
              <a:defRPr sz="1000">
                <a:solidFill>
                  <a:schemeClr val="dk2"/>
                </a:solidFill>
              </a:defRPr>
            </a:lvl6pPr>
            <a:lvl7pPr indent="-292100" lvl="6" marL="3200400">
              <a:spcBef>
                <a:spcPts val="0"/>
              </a:spcBef>
              <a:spcAft>
                <a:spcPts val="0"/>
              </a:spcAft>
              <a:buClr>
                <a:schemeClr val="dk2"/>
              </a:buClr>
              <a:buSzPts val="1000"/>
              <a:buFont typeface="Albert Sans"/>
              <a:buChar char="●"/>
              <a:defRPr sz="1000">
                <a:solidFill>
                  <a:schemeClr val="dk2"/>
                </a:solidFill>
              </a:defRPr>
            </a:lvl7pPr>
            <a:lvl8pPr indent="-292100" lvl="7" marL="3657600">
              <a:spcBef>
                <a:spcPts val="0"/>
              </a:spcBef>
              <a:spcAft>
                <a:spcPts val="0"/>
              </a:spcAft>
              <a:buClr>
                <a:schemeClr val="dk2"/>
              </a:buClr>
              <a:buSzPts val="1000"/>
              <a:buFont typeface="Albert Sans"/>
              <a:buChar char="○"/>
              <a:defRPr sz="1000">
                <a:solidFill>
                  <a:schemeClr val="dk2"/>
                </a:solidFill>
              </a:defRPr>
            </a:lvl8pPr>
            <a:lvl9pPr indent="-292100" lvl="8" marL="4114800">
              <a:spcBef>
                <a:spcPts val="0"/>
              </a:spcBef>
              <a:spcAft>
                <a:spcPts val="0"/>
              </a:spcAft>
              <a:buClr>
                <a:schemeClr val="dk2"/>
              </a:buClr>
              <a:buSzPts val="1000"/>
              <a:buFont typeface="Albert Sans"/>
              <a:buChar char="■"/>
              <a:defRPr sz="1000">
                <a:solidFill>
                  <a:schemeClr val="dk2"/>
                </a:solidFill>
              </a:defRPr>
            </a:lvl9pPr>
          </a:lstStyle>
          <a:p/>
        </p:txBody>
      </p:sp>
      <p:sp>
        <p:nvSpPr>
          <p:cNvPr id="189" name="Google Shape;189;p34"/>
          <p:cNvSpPr txBox="1"/>
          <p:nvPr>
            <p:ph idx="6" type="body"/>
          </p:nvPr>
        </p:nvSpPr>
        <p:spPr>
          <a:xfrm>
            <a:off x="6067050" y="1372575"/>
            <a:ext cx="1913100" cy="8109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dk2"/>
              </a:buClr>
              <a:buSzPts val="1000"/>
              <a:buFont typeface="Albert Sans"/>
              <a:buChar char="●"/>
              <a:defRPr sz="1000">
                <a:solidFill>
                  <a:schemeClr val="dk2"/>
                </a:solidFill>
              </a:defRPr>
            </a:lvl1pPr>
            <a:lvl2pPr indent="-292100" lvl="1" marL="914400">
              <a:spcBef>
                <a:spcPts val="0"/>
              </a:spcBef>
              <a:spcAft>
                <a:spcPts val="0"/>
              </a:spcAft>
              <a:buClr>
                <a:schemeClr val="dk2"/>
              </a:buClr>
              <a:buSzPts val="1000"/>
              <a:buFont typeface="Albert Sans"/>
              <a:buChar char="○"/>
              <a:defRPr sz="1000">
                <a:solidFill>
                  <a:schemeClr val="dk2"/>
                </a:solidFill>
              </a:defRPr>
            </a:lvl2pPr>
            <a:lvl3pPr indent="-292100" lvl="2" marL="1371600">
              <a:spcBef>
                <a:spcPts val="0"/>
              </a:spcBef>
              <a:spcAft>
                <a:spcPts val="0"/>
              </a:spcAft>
              <a:buClr>
                <a:schemeClr val="dk2"/>
              </a:buClr>
              <a:buSzPts val="1000"/>
              <a:buFont typeface="Albert Sans"/>
              <a:buChar char="■"/>
              <a:defRPr sz="1000">
                <a:solidFill>
                  <a:schemeClr val="dk2"/>
                </a:solidFill>
              </a:defRPr>
            </a:lvl3pPr>
            <a:lvl4pPr indent="-292100" lvl="3" marL="1828800">
              <a:spcBef>
                <a:spcPts val="0"/>
              </a:spcBef>
              <a:spcAft>
                <a:spcPts val="0"/>
              </a:spcAft>
              <a:buClr>
                <a:schemeClr val="dk2"/>
              </a:buClr>
              <a:buSzPts val="1000"/>
              <a:buFont typeface="Albert Sans"/>
              <a:buChar char="●"/>
              <a:defRPr sz="1000">
                <a:solidFill>
                  <a:schemeClr val="dk2"/>
                </a:solidFill>
              </a:defRPr>
            </a:lvl4pPr>
            <a:lvl5pPr indent="-292100" lvl="4" marL="2286000">
              <a:spcBef>
                <a:spcPts val="0"/>
              </a:spcBef>
              <a:spcAft>
                <a:spcPts val="0"/>
              </a:spcAft>
              <a:buClr>
                <a:schemeClr val="dk2"/>
              </a:buClr>
              <a:buSzPts val="1000"/>
              <a:buFont typeface="Albert Sans"/>
              <a:buChar char="○"/>
              <a:defRPr sz="1000">
                <a:solidFill>
                  <a:schemeClr val="dk2"/>
                </a:solidFill>
              </a:defRPr>
            </a:lvl5pPr>
            <a:lvl6pPr indent="-292100" lvl="5" marL="2743200">
              <a:spcBef>
                <a:spcPts val="0"/>
              </a:spcBef>
              <a:spcAft>
                <a:spcPts val="0"/>
              </a:spcAft>
              <a:buClr>
                <a:schemeClr val="dk2"/>
              </a:buClr>
              <a:buSzPts val="1000"/>
              <a:buFont typeface="Albert Sans"/>
              <a:buChar char="■"/>
              <a:defRPr sz="1000">
                <a:solidFill>
                  <a:schemeClr val="dk2"/>
                </a:solidFill>
              </a:defRPr>
            </a:lvl6pPr>
            <a:lvl7pPr indent="-292100" lvl="6" marL="3200400">
              <a:spcBef>
                <a:spcPts val="0"/>
              </a:spcBef>
              <a:spcAft>
                <a:spcPts val="0"/>
              </a:spcAft>
              <a:buClr>
                <a:schemeClr val="dk2"/>
              </a:buClr>
              <a:buSzPts val="1000"/>
              <a:buFont typeface="Albert Sans"/>
              <a:buChar char="●"/>
              <a:defRPr sz="1000">
                <a:solidFill>
                  <a:schemeClr val="dk2"/>
                </a:solidFill>
              </a:defRPr>
            </a:lvl7pPr>
            <a:lvl8pPr indent="-292100" lvl="7" marL="3657600">
              <a:spcBef>
                <a:spcPts val="0"/>
              </a:spcBef>
              <a:spcAft>
                <a:spcPts val="0"/>
              </a:spcAft>
              <a:buClr>
                <a:schemeClr val="dk2"/>
              </a:buClr>
              <a:buSzPts val="1000"/>
              <a:buFont typeface="Albert Sans"/>
              <a:buChar char="○"/>
              <a:defRPr sz="1000">
                <a:solidFill>
                  <a:schemeClr val="dk2"/>
                </a:solidFill>
              </a:defRPr>
            </a:lvl8pPr>
            <a:lvl9pPr indent="-292100" lvl="8" marL="4114800">
              <a:spcBef>
                <a:spcPts val="0"/>
              </a:spcBef>
              <a:spcAft>
                <a:spcPts val="0"/>
              </a:spcAft>
              <a:buClr>
                <a:schemeClr val="dk2"/>
              </a:buClr>
              <a:buSzPts val="1000"/>
              <a:buFont typeface="Albert Sans"/>
              <a:buChar char="■"/>
              <a:defRPr sz="1000">
                <a:solidFill>
                  <a:schemeClr val="dk2"/>
                </a:solidFill>
              </a:defRPr>
            </a:lvl9pPr>
          </a:lstStyle>
          <a:p/>
        </p:txBody>
      </p:sp>
      <p:sp>
        <p:nvSpPr>
          <p:cNvPr id="190" name="Google Shape;190;p34"/>
          <p:cNvSpPr txBox="1"/>
          <p:nvPr>
            <p:ph idx="7" type="subTitle"/>
          </p:nvPr>
        </p:nvSpPr>
        <p:spPr>
          <a:xfrm>
            <a:off x="5956640" y="2552219"/>
            <a:ext cx="2021100" cy="3735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400"/>
              <a:buFont typeface="Albert Sans"/>
              <a:buNone/>
              <a:defRPr>
                <a:solidFill>
                  <a:schemeClr val="dk2"/>
                </a:solidFill>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191" name="Google Shape;191;p34"/>
          <p:cNvSpPr txBox="1"/>
          <p:nvPr>
            <p:ph idx="8" type="body"/>
          </p:nvPr>
        </p:nvSpPr>
        <p:spPr>
          <a:xfrm>
            <a:off x="3618088" y="3007588"/>
            <a:ext cx="1913100" cy="8109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dk2"/>
              </a:buClr>
              <a:buSzPts val="1000"/>
              <a:buFont typeface="Albert Sans"/>
              <a:buChar char="●"/>
              <a:defRPr sz="1000">
                <a:solidFill>
                  <a:schemeClr val="dk2"/>
                </a:solidFill>
              </a:defRPr>
            </a:lvl1pPr>
            <a:lvl2pPr indent="-292100" lvl="1" marL="914400">
              <a:spcBef>
                <a:spcPts val="0"/>
              </a:spcBef>
              <a:spcAft>
                <a:spcPts val="0"/>
              </a:spcAft>
              <a:buClr>
                <a:schemeClr val="dk2"/>
              </a:buClr>
              <a:buSzPts val="1000"/>
              <a:buFont typeface="Albert Sans"/>
              <a:buChar char="○"/>
              <a:defRPr sz="1000">
                <a:solidFill>
                  <a:schemeClr val="dk2"/>
                </a:solidFill>
              </a:defRPr>
            </a:lvl2pPr>
            <a:lvl3pPr indent="-292100" lvl="2" marL="1371600">
              <a:spcBef>
                <a:spcPts val="0"/>
              </a:spcBef>
              <a:spcAft>
                <a:spcPts val="0"/>
              </a:spcAft>
              <a:buClr>
                <a:schemeClr val="dk2"/>
              </a:buClr>
              <a:buSzPts val="1000"/>
              <a:buFont typeface="Albert Sans"/>
              <a:buChar char="■"/>
              <a:defRPr sz="1000">
                <a:solidFill>
                  <a:schemeClr val="dk2"/>
                </a:solidFill>
              </a:defRPr>
            </a:lvl3pPr>
            <a:lvl4pPr indent="-292100" lvl="3" marL="1828800">
              <a:spcBef>
                <a:spcPts val="0"/>
              </a:spcBef>
              <a:spcAft>
                <a:spcPts val="0"/>
              </a:spcAft>
              <a:buClr>
                <a:schemeClr val="dk2"/>
              </a:buClr>
              <a:buSzPts val="1000"/>
              <a:buFont typeface="Albert Sans"/>
              <a:buChar char="●"/>
              <a:defRPr sz="1000">
                <a:solidFill>
                  <a:schemeClr val="dk2"/>
                </a:solidFill>
              </a:defRPr>
            </a:lvl4pPr>
            <a:lvl5pPr indent="-292100" lvl="4" marL="2286000">
              <a:spcBef>
                <a:spcPts val="0"/>
              </a:spcBef>
              <a:spcAft>
                <a:spcPts val="0"/>
              </a:spcAft>
              <a:buClr>
                <a:schemeClr val="dk2"/>
              </a:buClr>
              <a:buSzPts val="1000"/>
              <a:buFont typeface="Albert Sans"/>
              <a:buChar char="○"/>
              <a:defRPr sz="1000">
                <a:solidFill>
                  <a:schemeClr val="dk2"/>
                </a:solidFill>
              </a:defRPr>
            </a:lvl5pPr>
            <a:lvl6pPr indent="-292100" lvl="5" marL="2743200">
              <a:spcBef>
                <a:spcPts val="0"/>
              </a:spcBef>
              <a:spcAft>
                <a:spcPts val="0"/>
              </a:spcAft>
              <a:buClr>
                <a:schemeClr val="dk2"/>
              </a:buClr>
              <a:buSzPts val="1000"/>
              <a:buFont typeface="Albert Sans"/>
              <a:buChar char="■"/>
              <a:defRPr sz="1000">
                <a:solidFill>
                  <a:schemeClr val="dk2"/>
                </a:solidFill>
              </a:defRPr>
            </a:lvl6pPr>
            <a:lvl7pPr indent="-292100" lvl="6" marL="3200400">
              <a:spcBef>
                <a:spcPts val="0"/>
              </a:spcBef>
              <a:spcAft>
                <a:spcPts val="0"/>
              </a:spcAft>
              <a:buClr>
                <a:schemeClr val="dk2"/>
              </a:buClr>
              <a:buSzPts val="1000"/>
              <a:buFont typeface="Albert Sans"/>
              <a:buChar char="●"/>
              <a:defRPr sz="1000">
                <a:solidFill>
                  <a:schemeClr val="dk2"/>
                </a:solidFill>
              </a:defRPr>
            </a:lvl7pPr>
            <a:lvl8pPr indent="-292100" lvl="7" marL="3657600">
              <a:spcBef>
                <a:spcPts val="0"/>
              </a:spcBef>
              <a:spcAft>
                <a:spcPts val="0"/>
              </a:spcAft>
              <a:buClr>
                <a:schemeClr val="dk2"/>
              </a:buClr>
              <a:buSzPts val="1000"/>
              <a:buFont typeface="Albert Sans"/>
              <a:buChar char="○"/>
              <a:defRPr sz="1000">
                <a:solidFill>
                  <a:schemeClr val="dk2"/>
                </a:solidFill>
              </a:defRPr>
            </a:lvl8pPr>
            <a:lvl9pPr indent="-292100" lvl="8" marL="4114800">
              <a:spcBef>
                <a:spcPts val="0"/>
              </a:spcBef>
              <a:spcAft>
                <a:spcPts val="0"/>
              </a:spcAft>
              <a:buClr>
                <a:schemeClr val="dk2"/>
              </a:buClr>
              <a:buSzPts val="1000"/>
              <a:buFont typeface="Albert Sans"/>
              <a:buChar char="■"/>
              <a:defRPr sz="1000">
                <a:solidFill>
                  <a:schemeClr val="dk2"/>
                </a:solidFill>
              </a:defRPr>
            </a:lvl9pPr>
          </a:lstStyle>
          <a:p/>
        </p:txBody>
      </p:sp>
      <p:sp>
        <p:nvSpPr>
          <p:cNvPr id="192" name="Google Shape;192;p34"/>
          <p:cNvSpPr txBox="1"/>
          <p:nvPr>
            <p:ph idx="9" type="subTitle"/>
          </p:nvPr>
        </p:nvSpPr>
        <p:spPr>
          <a:xfrm>
            <a:off x="3508752" y="2552219"/>
            <a:ext cx="2021100" cy="3735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400"/>
              <a:buFont typeface="Albert Sans"/>
              <a:buNone/>
              <a:defRPr>
                <a:solidFill>
                  <a:schemeClr val="dk2"/>
                </a:solidFill>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193" name="Google Shape;193;p34"/>
          <p:cNvSpPr txBox="1"/>
          <p:nvPr>
            <p:ph idx="13" type="body"/>
          </p:nvPr>
        </p:nvSpPr>
        <p:spPr>
          <a:xfrm>
            <a:off x="1171275" y="3007588"/>
            <a:ext cx="1913100" cy="8109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dk2"/>
              </a:buClr>
              <a:buSzPts val="1000"/>
              <a:buFont typeface="Albert Sans"/>
              <a:buChar char="●"/>
              <a:defRPr sz="1000">
                <a:solidFill>
                  <a:schemeClr val="dk2"/>
                </a:solidFill>
              </a:defRPr>
            </a:lvl1pPr>
            <a:lvl2pPr indent="-292100" lvl="1" marL="914400">
              <a:spcBef>
                <a:spcPts val="0"/>
              </a:spcBef>
              <a:spcAft>
                <a:spcPts val="0"/>
              </a:spcAft>
              <a:buClr>
                <a:schemeClr val="dk2"/>
              </a:buClr>
              <a:buSzPts val="1000"/>
              <a:buFont typeface="Albert Sans"/>
              <a:buChar char="○"/>
              <a:defRPr sz="1000">
                <a:solidFill>
                  <a:schemeClr val="dk2"/>
                </a:solidFill>
              </a:defRPr>
            </a:lvl2pPr>
            <a:lvl3pPr indent="-292100" lvl="2" marL="1371600">
              <a:spcBef>
                <a:spcPts val="0"/>
              </a:spcBef>
              <a:spcAft>
                <a:spcPts val="0"/>
              </a:spcAft>
              <a:buClr>
                <a:schemeClr val="dk2"/>
              </a:buClr>
              <a:buSzPts val="1000"/>
              <a:buFont typeface="Albert Sans"/>
              <a:buChar char="■"/>
              <a:defRPr sz="1000">
                <a:solidFill>
                  <a:schemeClr val="dk2"/>
                </a:solidFill>
              </a:defRPr>
            </a:lvl3pPr>
            <a:lvl4pPr indent="-292100" lvl="3" marL="1828800">
              <a:spcBef>
                <a:spcPts val="0"/>
              </a:spcBef>
              <a:spcAft>
                <a:spcPts val="0"/>
              </a:spcAft>
              <a:buClr>
                <a:schemeClr val="dk2"/>
              </a:buClr>
              <a:buSzPts val="1000"/>
              <a:buFont typeface="Albert Sans"/>
              <a:buChar char="●"/>
              <a:defRPr sz="1000">
                <a:solidFill>
                  <a:schemeClr val="dk2"/>
                </a:solidFill>
              </a:defRPr>
            </a:lvl4pPr>
            <a:lvl5pPr indent="-292100" lvl="4" marL="2286000">
              <a:spcBef>
                <a:spcPts val="0"/>
              </a:spcBef>
              <a:spcAft>
                <a:spcPts val="0"/>
              </a:spcAft>
              <a:buClr>
                <a:schemeClr val="dk2"/>
              </a:buClr>
              <a:buSzPts val="1000"/>
              <a:buFont typeface="Albert Sans"/>
              <a:buChar char="○"/>
              <a:defRPr sz="1000">
                <a:solidFill>
                  <a:schemeClr val="dk2"/>
                </a:solidFill>
              </a:defRPr>
            </a:lvl5pPr>
            <a:lvl6pPr indent="-292100" lvl="5" marL="2743200">
              <a:spcBef>
                <a:spcPts val="0"/>
              </a:spcBef>
              <a:spcAft>
                <a:spcPts val="0"/>
              </a:spcAft>
              <a:buClr>
                <a:schemeClr val="dk2"/>
              </a:buClr>
              <a:buSzPts val="1000"/>
              <a:buFont typeface="Albert Sans"/>
              <a:buChar char="■"/>
              <a:defRPr sz="1000">
                <a:solidFill>
                  <a:schemeClr val="dk2"/>
                </a:solidFill>
              </a:defRPr>
            </a:lvl6pPr>
            <a:lvl7pPr indent="-292100" lvl="6" marL="3200400">
              <a:spcBef>
                <a:spcPts val="0"/>
              </a:spcBef>
              <a:spcAft>
                <a:spcPts val="0"/>
              </a:spcAft>
              <a:buClr>
                <a:schemeClr val="dk2"/>
              </a:buClr>
              <a:buSzPts val="1000"/>
              <a:buFont typeface="Albert Sans"/>
              <a:buChar char="●"/>
              <a:defRPr sz="1000">
                <a:solidFill>
                  <a:schemeClr val="dk2"/>
                </a:solidFill>
              </a:defRPr>
            </a:lvl7pPr>
            <a:lvl8pPr indent="-292100" lvl="7" marL="3657600">
              <a:spcBef>
                <a:spcPts val="0"/>
              </a:spcBef>
              <a:spcAft>
                <a:spcPts val="0"/>
              </a:spcAft>
              <a:buClr>
                <a:schemeClr val="dk2"/>
              </a:buClr>
              <a:buSzPts val="1000"/>
              <a:buFont typeface="Albert Sans"/>
              <a:buChar char="○"/>
              <a:defRPr sz="1000">
                <a:solidFill>
                  <a:schemeClr val="dk2"/>
                </a:solidFill>
              </a:defRPr>
            </a:lvl8pPr>
            <a:lvl9pPr indent="-292100" lvl="8" marL="4114800">
              <a:spcBef>
                <a:spcPts val="0"/>
              </a:spcBef>
              <a:spcAft>
                <a:spcPts val="0"/>
              </a:spcAft>
              <a:buClr>
                <a:schemeClr val="dk2"/>
              </a:buClr>
              <a:buSzPts val="1000"/>
              <a:buFont typeface="Albert Sans"/>
              <a:buChar char="■"/>
              <a:defRPr sz="1000">
                <a:solidFill>
                  <a:schemeClr val="dk2"/>
                </a:solidFill>
              </a:defRPr>
            </a:lvl9pPr>
          </a:lstStyle>
          <a:p/>
        </p:txBody>
      </p:sp>
      <p:sp>
        <p:nvSpPr>
          <p:cNvPr id="194" name="Google Shape;194;p34"/>
          <p:cNvSpPr txBox="1"/>
          <p:nvPr>
            <p:ph idx="14" type="subTitle"/>
          </p:nvPr>
        </p:nvSpPr>
        <p:spPr>
          <a:xfrm>
            <a:off x="1060865" y="2552219"/>
            <a:ext cx="2021100" cy="3735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400"/>
              <a:buFont typeface="Albert Sans"/>
              <a:buNone/>
              <a:defRPr>
                <a:solidFill>
                  <a:schemeClr val="dk2"/>
                </a:solidFill>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195" name="Google Shape;195;p34"/>
          <p:cNvSpPr txBox="1"/>
          <p:nvPr>
            <p:ph idx="15" type="body"/>
          </p:nvPr>
        </p:nvSpPr>
        <p:spPr>
          <a:xfrm>
            <a:off x="6067050" y="3007588"/>
            <a:ext cx="1913100" cy="8109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dk2"/>
              </a:buClr>
              <a:buSzPts val="1000"/>
              <a:buFont typeface="Albert Sans"/>
              <a:buChar char="●"/>
              <a:defRPr sz="1000">
                <a:solidFill>
                  <a:schemeClr val="dk2"/>
                </a:solidFill>
              </a:defRPr>
            </a:lvl1pPr>
            <a:lvl2pPr indent="-292100" lvl="1" marL="914400">
              <a:spcBef>
                <a:spcPts val="0"/>
              </a:spcBef>
              <a:spcAft>
                <a:spcPts val="0"/>
              </a:spcAft>
              <a:buClr>
                <a:schemeClr val="dk2"/>
              </a:buClr>
              <a:buSzPts val="1000"/>
              <a:buFont typeface="Albert Sans"/>
              <a:buChar char="○"/>
              <a:defRPr sz="1000">
                <a:solidFill>
                  <a:schemeClr val="dk2"/>
                </a:solidFill>
              </a:defRPr>
            </a:lvl2pPr>
            <a:lvl3pPr indent="-292100" lvl="2" marL="1371600">
              <a:spcBef>
                <a:spcPts val="0"/>
              </a:spcBef>
              <a:spcAft>
                <a:spcPts val="0"/>
              </a:spcAft>
              <a:buClr>
                <a:schemeClr val="dk2"/>
              </a:buClr>
              <a:buSzPts val="1000"/>
              <a:buFont typeface="Albert Sans"/>
              <a:buChar char="■"/>
              <a:defRPr sz="1000">
                <a:solidFill>
                  <a:schemeClr val="dk2"/>
                </a:solidFill>
              </a:defRPr>
            </a:lvl3pPr>
            <a:lvl4pPr indent="-292100" lvl="3" marL="1828800">
              <a:spcBef>
                <a:spcPts val="0"/>
              </a:spcBef>
              <a:spcAft>
                <a:spcPts val="0"/>
              </a:spcAft>
              <a:buClr>
                <a:schemeClr val="dk2"/>
              </a:buClr>
              <a:buSzPts val="1000"/>
              <a:buFont typeface="Albert Sans"/>
              <a:buChar char="●"/>
              <a:defRPr sz="1000">
                <a:solidFill>
                  <a:schemeClr val="dk2"/>
                </a:solidFill>
              </a:defRPr>
            </a:lvl4pPr>
            <a:lvl5pPr indent="-292100" lvl="4" marL="2286000">
              <a:spcBef>
                <a:spcPts val="0"/>
              </a:spcBef>
              <a:spcAft>
                <a:spcPts val="0"/>
              </a:spcAft>
              <a:buClr>
                <a:schemeClr val="dk2"/>
              </a:buClr>
              <a:buSzPts val="1000"/>
              <a:buFont typeface="Albert Sans"/>
              <a:buChar char="○"/>
              <a:defRPr sz="1000">
                <a:solidFill>
                  <a:schemeClr val="dk2"/>
                </a:solidFill>
              </a:defRPr>
            </a:lvl5pPr>
            <a:lvl6pPr indent="-292100" lvl="5" marL="2743200">
              <a:spcBef>
                <a:spcPts val="0"/>
              </a:spcBef>
              <a:spcAft>
                <a:spcPts val="0"/>
              </a:spcAft>
              <a:buClr>
                <a:schemeClr val="dk2"/>
              </a:buClr>
              <a:buSzPts val="1000"/>
              <a:buFont typeface="Albert Sans"/>
              <a:buChar char="■"/>
              <a:defRPr sz="1000">
                <a:solidFill>
                  <a:schemeClr val="dk2"/>
                </a:solidFill>
              </a:defRPr>
            </a:lvl6pPr>
            <a:lvl7pPr indent="-292100" lvl="6" marL="3200400">
              <a:spcBef>
                <a:spcPts val="0"/>
              </a:spcBef>
              <a:spcAft>
                <a:spcPts val="0"/>
              </a:spcAft>
              <a:buClr>
                <a:schemeClr val="dk2"/>
              </a:buClr>
              <a:buSzPts val="1000"/>
              <a:buFont typeface="Albert Sans"/>
              <a:buChar char="●"/>
              <a:defRPr sz="1000">
                <a:solidFill>
                  <a:schemeClr val="dk2"/>
                </a:solidFill>
              </a:defRPr>
            </a:lvl7pPr>
            <a:lvl8pPr indent="-292100" lvl="7" marL="3657600">
              <a:spcBef>
                <a:spcPts val="0"/>
              </a:spcBef>
              <a:spcAft>
                <a:spcPts val="0"/>
              </a:spcAft>
              <a:buClr>
                <a:schemeClr val="dk2"/>
              </a:buClr>
              <a:buSzPts val="1000"/>
              <a:buFont typeface="Albert Sans"/>
              <a:buChar char="○"/>
              <a:defRPr sz="1000">
                <a:solidFill>
                  <a:schemeClr val="dk2"/>
                </a:solidFill>
              </a:defRPr>
            </a:lvl8pPr>
            <a:lvl9pPr indent="-292100" lvl="8" marL="4114800">
              <a:spcBef>
                <a:spcPts val="0"/>
              </a:spcBef>
              <a:spcAft>
                <a:spcPts val="0"/>
              </a:spcAft>
              <a:buClr>
                <a:schemeClr val="dk2"/>
              </a:buClr>
              <a:buSzPts val="1000"/>
              <a:buFont typeface="Albert Sans"/>
              <a:buChar char="■"/>
              <a:defRPr sz="1000">
                <a:solidFill>
                  <a:schemeClr val="dk2"/>
                </a:solidFill>
              </a:defRPr>
            </a:lvl9pPr>
          </a:lstStyle>
          <a:p/>
        </p:txBody>
      </p:sp>
      <p:sp>
        <p:nvSpPr>
          <p:cNvPr id="196" name="Google Shape;196;p34"/>
          <p:cNvSpPr txBox="1"/>
          <p:nvPr>
            <p:ph type="title"/>
          </p:nvPr>
        </p:nvSpPr>
        <p:spPr>
          <a:xfrm>
            <a:off x="956150" y="327150"/>
            <a:ext cx="3558600" cy="3936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2"/>
              </a:buClr>
              <a:buSzPts val="1400"/>
              <a:buFont typeface="Albert Sans"/>
              <a:buNone/>
              <a:defRPr b="1" sz="1400">
                <a:solidFill>
                  <a:schemeClr val="dk2"/>
                </a:solidFill>
                <a:latin typeface="Albert Sans"/>
                <a:ea typeface="Albert Sans"/>
                <a:cs typeface="Albert Sans"/>
                <a:sym typeface="Albert Sans"/>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197" name="Google Shape;197;p34"/>
          <p:cNvSpPr/>
          <p:nvPr>
            <p:ph idx="16" type="pic"/>
          </p:nvPr>
        </p:nvSpPr>
        <p:spPr>
          <a:xfrm>
            <a:off x="8596800" y="223475"/>
            <a:ext cx="318600" cy="318600"/>
          </a:xfrm>
          <a:prstGeom prst="ellipse">
            <a:avLst/>
          </a:prstGeom>
          <a:noFill/>
          <a:ln>
            <a:noFill/>
          </a:ln>
        </p:spPr>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rket Size Graph">
  <p:cSld name="CUSTOM_12">
    <p:spTree>
      <p:nvGrpSpPr>
        <p:cNvPr id="198" name="Shape 198"/>
        <p:cNvGrpSpPr/>
        <p:nvPr/>
      </p:nvGrpSpPr>
      <p:grpSpPr>
        <a:xfrm>
          <a:off x="0" y="0"/>
          <a:ext cx="0" cy="0"/>
          <a:chOff x="0" y="0"/>
          <a:chExt cx="0" cy="0"/>
        </a:xfrm>
      </p:grpSpPr>
      <p:sp>
        <p:nvSpPr>
          <p:cNvPr id="199" name="Google Shape;199;p35"/>
          <p:cNvSpPr txBox="1"/>
          <p:nvPr>
            <p:ph idx="1" type="subTitle"/>
          </p:nvPr>
        </p:nvSpPr>
        <p:spPr>
          <a:xfrm>
            <a:off x="960850" y="3191652"/>
            <a:ext cx="4082700" cy="15687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400"/>
              <a:buNone/>
              <a:defRPr b="0"/>
            </a:lvl1pPr>
            <a:lvl2pPr lvl="1">
              <a:spcBef>
                <a:spcPts val="0"/>
              </a:spcBef>
              <a:spcAft>
                <a:spcPts val="0"/>
              </a:spcAft>
              <a:buClr>
                <a:schemeClr val="lt1"/>
              </a:buClr>
              <a:buSzPts val="1400"/>
              <a:buFont typeface="Albert Sans"/>
              <a:buNone/>
              <a:defRPr/>
            </a:lvl2pPr>
            <a:lvl3pPr lvl="2">
              <a:spcBef>
                <a:spcPts val="0"/>
              </a:spcBef>
              <a:spcAft>
                <a:spcPts val="0"/>
              </a:spcAft>
              <a:buClr>
                <a:schemeClr val="lt1"/>
              </a:buClr>
              <a:buSzPts val="1400"/>
              <a:buFont typeface="Albert Sans"/>
              <a:buNone/>
              <a:defRPr/>
            </a:lvl3pPr>
            <a:lvl4pPr lvl="3">
              <a:spcBef>
                <a:spcPts val="0"/>
              </a:spcBef>
              <a:spcAft>
                <a:spcPts val="0"/>
              </a:spcAft>
              <a:buClr>
                <a:schemeClr val="lt1"/>
              </a:buClr>
              <a:buSzPts val="1400"/>
              <a:buFont typeface="Albert Sans"/>
              <a:buNone/>
              <a:defRPr/>
            </a:lvl4pPr>
            <a:lvl5pPr lvl="4">
              <a:spcBef>
                <a:spcPts val="0"/>
              </a:spcBef>
              <a:spcAft>
                <a:spcPts val="0"/>
              </a:spcAft>
              <a:buClr>
                <a:schemeClr val="lt1"/>
              </a:buClr>
              <a:buSzPts val="1400"/>
              <a:buFont typeface="Albert Sans"/>
              <a:buNone/>
              <a:defRPr/>
            </a:lvl5pPr>
            <a:lvl6pPr lvl="5">
              <a:spcBef>
                <a:spcPts val="0"/>
              </a:spcBef>
              <a:spcAft>
                <a:spcPts val="0"/>
              </a:spcAft>
              <a:buClr>
                <a:schemeClr val="lt1"/>
              </a:buClr>
              <a:buSzPts val="1400"/>
              <a:buFont typeface="Albert Sans"/>
              <a:buNone/>
              <a:defRPr/>
            </a:lvl6pPr>
            <a:lvl7pPr lvl="6">
              <a:spcBef>
                <a:spcPts val="0"/>
              </a:spcBef>
              <a:spcAft>
                <a:spcPts val="0"/>
              </a:spcAft>
              <a:buClr>
                <a:schemeClr val="lt1"/>
              </a:buClr>
              <a:buSzPts val="1400"/>
              <a:buFont typeface="Albert Sans"/>
              <a:buNone/>
              <a:defRPr/>
            </a:lvl7pPr>
            <a:lvl8pPr lvl="7">
              <a:spcBef>
                <a:spcPts val="0"/>
              </a:spcBef>
              <a:spcAft>
                <a:spcPts val="0"/>
              </a:spcAft>
              <a:buClr>
                <a:schemeClr val="lt1"/>
              </a:buClr>
              <a:buSzPts val="1400"/>
              <a:buFont typeface="Albert Sans"/>
              <a:buNone/>
              <a:defRPr/>
            </a:lvl8pPr>
            <a:lvl9pPr lvl="8">
              <a:spcBef>
                <a:spcPts val="0"/>
              </a:spcBef>
              <a:spcAft>
                <a:spcPts val="0"/>
              </a:spcAft>
              <a:buClr>
                <a:schemeClr val="lt1"/>
              </a:buClr>
              <a:buSzPts val="1400"/>
              <a:buFont typeface="Albert Sans"/>
              <a:buNone/>
              <a:defRPr/>
            </a:lvl9pPr>
          </a:lstStyle>
          <a:p/>
        </p:txBody>
      </p:sp>
      <p:sp>
        <p:nvSpPr>
          <p:cNvPr id="200" name="Google Shape;200;p35"/>
          <p:cNvSpPr txBox="1"/>
          <p:nvPr>
            <p:ph type="title"/>
          </p:nvPr>
        </p:nvSpPr>
        <p:spPr>
          <a:xfrm>
            <a:off x="932850" y="730375"/>
            <a:ext cx="4082700" cy="21033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Clr>
                <a:schemeClr val="lt1"/>
              </a:buClr>
              <a:buSzPts val="6000"/>
              <a:buFont typeface="Albert Sans"/>
              <a:buNone/>
              <a:defRPr sz="6000">
                <a:latin typeface="Albert Sans"/>
                <a:ea typeface="Albert Sans"/>
                <a:cs typeface="Albert Sans"/>
                <a:sym typeface="Albert Sans"/>
              </a:defRPr>
            </a:lvl1pPr>
            <a:lvl2pPr lvl="1">
              <a:lnSpc>
                <a:spcPct val="80000"/>
              </a:lnSpc>
              <a:spcBef>
                <a:spcPts val="0"/>
              </a:spcBef>
              <a:spcAft>
                <a:spcPts val="0"/>
              </a:spcAft>
              <a:buClr>
                <a:schemeClr val="lt1"/>
              </a:buClr>
              <a:buSzPts val="6000"/>
              <a:buFont typeface="Albert Sans"/>
              <a:buNone/>
              <a:defRPr sz="6000">
                <a:latin typeface="Albert Sans"/>
                <a:ea typeface="Albert Sans"/>
                <a:cs typeface="Albert Sans"/>
                <a:sym typeface="Albert Sans"/>
              </a:defRPr>
            </a:lvl2pPr>
            <a:lvl3pPr lvl="2">
              <a:lnSpc>
                <a:spcPct val="80000"/>
              </a:lnSpc>
              <a:spcBef>
                <a:spcPts val="0"/>
              </a:spcBef>
              <a:spcAft>
                <a:spcPts val="0"/>
              </a:spcAft>
              <a:buClr>
                <a:schemeClr val="lt1"/>
              </a:buClr>
              <a:buSzPts val="6000"/>
              <a:buFont typeface="Albert Sans"/>
              <a:buNone/>
              <a:defRPr sz="6000">
                <a:latin typeface="Albert Sans"/>
                <a:ea typeface="Albert Sans"/>
                <a:cs typeface="Albert Sans"/>
                <a:sym typeface="Albert Sans"/>
              </a:defRPr>
            </a:lvl3pPr>
            <a:lvl4pPr lvl="3">
              <a:lnSpc>
                <a:spcPct val="80000"/>
              </a:lnSpc>
              <a:spcBef>
                <a:spcPts val="0"/>
              </a:spcBef>
              <a:spcAft>
                <a:spcPts val="0"/>
              </a:spcAft>
              <a:buClr>
                <a:schemeClr val="lt1"/>
              </a:buClr>
              <a:buSzPts val="6000"/>
              <a:buFont typeface="Albert Sans"/>
              <a:buNone/>
              <a:defRPr sz="6000">
                <a:latin typeface="Albert Sans"/>
                <a:ea typeface="Albert Sans"/>
                <a:cs typeface="Albert Sans"/>
                <a:sym typeface="Albert Sans"/>
              </a:defRPr>
            </a:lvl4pPr>
            <a:lvl5pPr lvl="4">
              <a:lnSpc>
                <a:spcPct val="80000"/>
              </a:lnSpc>
              <a:spcBef>
                <a:spcPts val="0"/>
              </a:spcBef>
              <a:spcAft>
                <a:spcPts val="0"/>
              </a:spcAft>
              <a:buClr>
                <a:schemeClr val="lt1"/>
              </a:buClr>
              <a:buSzPts val="6000"/>
              <a:buFont typeface="Albert Sans"/>
              <a:buNone/>
              <a:defRPr sz="6000">
                <a:latin typeface="Albert Sans"/>
                <a:ea typeface="Albert Sans"/>
                <a:cs typeface="Albert Sans"/>
                <a:sym typeface="Albert Sans"/>
              </a:defRPr>
            </a:lvl5pPr>
            <a:lvl6pPr lvl="5">
              <a:lnSpc>
                <a:spcPct val="80000"/>
              </a:lnSpc>
              <a:spcBef>
                <a:spcPts val="0"/>
              </a:spcBef>
              <a:spcAft>
                <a:spcPts val="0"/>
              </a:spcAft>
              <a:buClr>
                <a:schemeClr val="lt1"/>
              </a:buClr>
              <a:buSzPts val="6000"/>
              <a:buFont typeface="Albert Sans"/>
              <a:buNone/>
              <a:defRPr sz="6000">
                <a:latin typeface="Albert Sans"/>
                <a:ea typeface="Albert Sans"/>
                <a:cs typeface="Albert Sans"/>
                <a:sym typeface="Albert Sans"/>
              </a:defRPr>
            </a:lvl6pPr>
            <a:lvl7pPr lvl="6">
              <a:lnSpc>
                <a:spcPct val="80000"/>
              </a:lnSpc>
              <a:spcBef>
                <a:spcPts val="0"/>
              </a:spcBef>
              <a:spcAft>
                <a:spcPts val="0"/>
              </a:spcAft>
              <a:buClr>
                <a:schemeClr val="lt1"/>
              </a:buClr>
              <a:buSzPts val="6000"/>
              <a:buFont typeface="Albert Sans"/>
              <a:buNone/>
              <a:defRPr sz="6000">
                <a:latin typeface="Albert Sans"/>
                <a:ea typeface="Albert Sans"/>
                <a:cs typeface="Albert Sans"/>
                <a:sym typeface="Albert Sans"/>
              </a:defRPr>
            </a:lvl7pPr>
            <a:lvl8pPr lvl="7">
              <a:lnSpc>
                <a:spcPct val="80000"/>
              </a:lnSpc>
              <a:spcBef>
                <a:spcPts val="0"/>
              </a:spcBef>
              <a:spcAft>
                <a:spcPts val="0"/>
              </a:spcAft>
              <a:buClr>
                <a:schemeClr val="lt1"/>
              </a:buClr>
              <a:buSzPts val="6000"/>
              <a:buFont typeface="Albert Sans"/>
              <a:buNone/>
              <a:defRPr sz="6000">
                <a:latin typeface="Albert Sans"/>
                <a:ea typeface="Albert Sans"/>
                <a:cs typeface="Albert Sans"/>
                <a:sym typeface="Albert Sans"/>
              </a:defRPr>
            </a:lvl8pPr>
            <a:lvl9pPr lvl="8">
              <a:lnSpc>
                <a:spcPct val="80000"/>
              </a:lnSpc>
              <a:spcBef>
                <a:spcPts val="0"/>
              </a:spcBef>
              <a:spcAft>
                <a:spcPts val="0"/>
              </a:spcAft>
              <a:buClr>
                <a:schemeClr val="lt1"/>
              </a:buClr>
              <a:buSzPts val="6000"/>
              <a:buFont typeface="Albert Sans"/>
              <a:buNone/>
              <a:defRPr sz="6000">
                <a:latin typeface="Albert Sans"/>
                <a:ea typeface="Albert Sans"/>
                <a:cs typeface="Albert Sans"/>
                <a:sym typeface="Albert Sans"/>
              </a:defRPr>
            </a:lvl9pPr>
          </a:lstStyle>
          <a:p/>
        </p:txBody>
      </p:sp>
      <p:sp>
        <p:nvSpPr>
          <p:cNvPr id="201" name="Google Shape;201;p35"/>
          <p:cNvSpPr txBox="1"/>
          <p:nvPr>
            <p:ph idx="2" type="title"/>
          </p:nvPr>
        </p:nvSpPr>
        <p:spPr>
          <a:xfrm>
            <a:off x="7158725" y="4563900"/>
            <a:ext cx="1354500" cy="3936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2"/>
              </a:buClr>
              <a:buSzPts val="1000"/>
              <a:buFont typeface="Albert Sans"/>
              <a:buNone/>
              <a:defRPr sz="1000">
                <a:solidFill>
                  <a:schemeClr val="dk2"/>
                </a:solidFill>
                <a:latin typeface="Albert Sans"/>
                <a:ea typeface="Albert Sans"/>
                <a:cs typeface="Albert Sans"/>
                <a:sym typeface="Albert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2" name="Google Shape;202;p35"/>
          <p:cNvSpPr/>
          <p:nvPr>
            <p:ph idx="3" type="pic"/>
          </p:nvPr>
        </p:nvSpPr>
        <p:spPr>
          <a:xfrm>
            <a:off x="8596800" y="223475"/>
            <a:ext cx="318600" cy="318600"/>
          </a:xfrm>
          <a:prstGeom prst="ellipse">
            <a:avLst/>
          </a:prstGeom>
          <a:noFill/>
          <a:ln>
            <a:noFill/>
          </a:ln>
        </p:spPr>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r Graph">
  <p:cSld name="CUSTOM_13">
    <p:bg>
      <p:bgPr>
        <a:solidFill>
          <a:schemeClr val="accent2"/>
        </a:solidFill>
      </p:bgPr>
    </p:bg>
    <p:spTree>
      <p:nvGrpSpPr>
        <p:cNvPr id="203" name="Shape 203"/>
        <p:cNvGrpSpPr/>
        <p:nvPr/>
      </p:nvGrpSpPr>
      <p:grpSpPr>
        <a:xfrm>
          <a:off x="0" y="0"/>
          <a:ext cx="0" cy="0"/>
          <a:chOff x="0" y="0"/>
          <a:chExt cx="0" cy="0"/>
        </a:xfrm>
      </p:grpSpPr>
      <p:sp>
        <p:nvSpPr>
          <p:cNvPr id="204" name="Google Shape;204;p36"/>
          <p:cNvSpPr/>
          <p:nvPr/>
        </p:nvSpPr>
        <p:spPr>
          <a:xfrm>
            <a:off x="114300" y="114300"/>
            <a:ext cx="8915400" cy="4914900"/>
          </a:xfrm>
          <a:prstGeom prst="roundRect">
            <a:avLst>
              <a:gd fmla="val 3305"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36"/>
          <p:cNvSpPr txBox="1"/>
          <p:nvPr>
            <p:ph idx="1" type="subTitle"/>
          </p:nvPr>
        </p:nvSpPr>
        <p:spPr>
          <a:xfrm>
            <a:off x="5251039" y="2593520"/>
            <a:ext cx="2571600" cy="15687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400"/>
              <a:buNone/>
              <a:defRPr b="0">
                <a:solidFill>
                  <a:schemeClr val="dk2"/>
                </a:solidFill>
              </a:defRPr>
            </a:lvl1pPr>
            <a:lvl2pPr lvl="1">
              <a:spcBef>
                <a:spcPts val="0"/>
              </a:spcBef>
              <a:spcAft>
                <a:spcPts val="0"/>
              </a:spcAft>
              <a:buClr>
                <a:schemeClr val="dk2"/>
              </a:buClr>
              <a:buSzPts val="1400"/>
              <a:buFont typeface="Albert Sans"/>
              <a:buNone/>
              <a:defRPr>
                <a:solidFill>
                  <a:schemeClr val="dk2"/>
                </a:solidFill>
              </a:defRPr>
            </a:lvl2pPr>
            <a:lvl3pPr lvl="2">
              <a:spcBef>
                <a:spcPts val="0"/>
              </a:spcBef>
              <a:spcAft>
                <a:spcPts val="0"/>
              </a:spcAft>
              <a:buClr>
                <a:schemeClr val="dk2"/>
              </a:buClr>
              <a:buSzPts val="1400"/>
              <a:buFont typeface="Albert Sans"/>
              <a:buNone/>
              <a:defRPr>
                <a:solidFill>
                  <a:schemeClr val="dk2"/>
                </a:solidFill>
              </a:defRPr>
            </a:lvl3pPr>
            <a:lvl4pPr lvl="3">
              <a:spcBef>
                <a:spcPts val="0"/>
              </a:spcBef>
              <a:spcAft>
                <a:spcPts val="0"/>
              </a:spcAft>
              <a:buClr>
                <a:schemeClr val="dk2"/>
              </a:buClr>
              <a:buSzPts val="1400"/>
              <a:buFont typeface="Albert Sans"/>
              <a:buNone/>
              <a:defRPr>
                <a:solidFill>
                  <a:schemeClr val="dk2"/>
                </a:solidFill>
              </a:defRPr>
            </a:lvl4pPr>
            <a:lvl5pPr lvl="4">
              <a:spcBef>
                <a:spcPts val="0"/>
              </a:spcBef>
              <a:spcAft>
                <a:spcPts val="0"/>
              </a:spcAft>
              <a:buClr>
                <a:schemeClr val="dk2"/>
              </a:buClr>
              <a:buSzPts val="1400"/>
              <a:buFont typeface="Albert Sans"/>
              <a:buNone/>
              <a:defRPr>
                <a:solidFill>
                  <a:schemeClr val="dk2"/>
                </a:solidFill>
              </a:defRPr>
            </a:lvl5pPr>
            <a:lvl6pPr lvl="5">
              <a:spcBef>
                <a:spcPts val="0"/>
              </a:spcBef>
              <a:spcAft>
                <a:spcPts val="0"/>
              </a:spcAft>
              <a:buClr>
                <a:schemeClr val="dk2"/>
              </a:buClr>
              <a:buSzPts val="1400"/>
              <a:buFont typeface="Albert Sans"/>
              <a:buNone/>
              <a:defRPr>
                <a:solidFill>
                  <a:schemeClr val="dk2"/>
                </a:solidFill>
              </a:defRPr>
            </a:lvl6pPr>
            <a:lvl7pPr lvl="6">
              <a:spcBef>
                <a:spcPts val="0"/>
              </a:spcBef>
              <a:spcAft>
                <a:spcPts val="0"/>
              </a:spcAft>
              <a:buClr>
                <a:schemeClr val="dk2"/>
              </a:buClr>
              <a:buSzPts val="1400"/>
              <a:buFont typeface="Albert Sans"/>
              <a:buNone/>
              <a:defRPr>
                <a:solidFill>
                  <a:schemeClr val="dk2"/>
                </a:solidFill>
              </a:defRPr>
            </a:lvl7pPr>
            <a:lvl8pPr lvl="7">
              <a:spcBef>
                <a:spcPts val="0"/>
              </a:spcBef>
              <a:spcAft>
                <a:spcPts val="0"/>
              </a:spcAft>
              <a:buClr>
                <a:schemeClr val="dk2"/>
              </a:buClr>
              <a:buSzPts val="1400"/>
              <a:buFont typeface="Albert Sans"/>
              <a:buNone/>
              <a:defRPr>
                <a:solidFill>
                  <a:schemeClr val="dk2"/>
                </a:solidFill>
              </a:defRPr>
            </a:lvl8pPr>
            <a:lvl9pPr lvl="8">
              <a:spcBef>
                <a:spcPts val="0"/>
              </a:spcBef>
              <a:spcAft>
                <a:spcPts val="0"/>
              </a:spcAft>
              <a:buClr>
                <a:schemeClr val="dk2"/>
              </a:buClr>
              <a:buSzPts val="1400"/>
              <a:buFont typeface="Albert Sans"/>
              <a:buNone/>
              <a:defRPr>
                <a:solidFill>
                  <a:schemeClr val="dk2"/>
                </a:solidFill>
              </a:defRPr>
            </a:lvl9pPr>
          </a:lstStyle>
          <a:p/>
        </p:txBody>
      </p:sp>
      <p:sp>
        <p:nvSpPr>
          <p:cNvPr id="206" name="Google Shape;206;p36"/>
          <p:cNvSpPr txBox="1"/>
          <p:nvPr>
            <p:ph idx="2" type="subTitle"/>
          </p:nvPr>
        </p:nvSpPr>
        <p:spPr>
          <a:xfrm>
            <a:off x="5233275" y="763675"/>
            <a:ext cx="3576600" cy="13398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2400"/>
              <a:buFont typeface="Nanum Myeongjo"/>
              <a:buNone/>
              <a:defRPr b="0" sz="2400">
                <a:solidFill>
                  <a:schemeClr val="dk2"/>
                </a:solidFill>
                <a:latin typeface="Nanum Myeongjo"/>
                <a:ea typeface="Nanum Myeongjo"/>
                <a:cs typeface="Nanum Myeongjo"/>
                <a:sym typeface="Nanum Myeongjo"/>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207" name="Google Shape;207;p36"/>
          <p:cNvSpPr txBox="1"/>
          <p:nvPr>
            <p:ph type="title"/>
          </p:nvPr>
        </p:nvSpPr>
        <p:spPr>
          <a:xfrm>
            <a:off x="956150" y="327150"/>
            <a:ext cx="3558600" cy="393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2"/>
              </a:buClr>
              <a:buSzPts val="1400"/>
              <a:buFont typeface="Albert Sans"/>
              <a:buNone/>
              <a:defRPr b="1" sz="1400">
                <a:solidFill>
                  <a:schemeClr val="accent2"/>
                </a:solidFill>
                <a:latin typeface="Albert Sans"/>
                <a:ea typeface="Albert Sans"/>
                <a:cs typeface="Albert Sans"/>
                <a:sym typeface="Albert Sans"/>
              </a:defRPr>
            </a:lvl1pPr>
            <a:lvl2pPr lvl="1">
              <a:spcBef>
                <a:spcPts val="0"/>
              </a:spcBef>
              <a:spcAft>
                <a:spcPts val="0"/>
              </a:spcAft>
              <a:buClr>
                <a:schemeClr val="accent2"/>
              </a:buClr>
              <a:buSzPts val="1400"/>
              <a:buNone/>
              <a:defRPr>
                <a:solidFill>
                  <a:schemeClr val="accent2"/>
                </a:solidFill>
              </a:defRPr>
            </a:lvl2pPr>
            <a:lvl3pPr lvl="2">
              <a:spcBef>
                <a:spcPts val="0"/>
              </a:spcBef>
              <a:spcAft>
                <a:spcPts val="0"/>
              </a:spcAft>
              <a:buClr>
                <a:schemeClr val="accent2"/>
              </a:buClr>
              <a:buSzPts val="1400"/>
              <a:buNone/>
              <a:defRPr>
                <a:solidFill>
                  <a:schemeClr val="accent2"/>
                </a:solidFill>
              </a:defRPr>
            </a:lvl3pPr>
            <a:lvl4pPr lvl="3">
              <a:spcBef>
                <a:spcPts val="0"/>
              </a:spcBef>
              <a:spcAft>
                <a:spcPts val="0"/>
              </a:spcAft>
              <a:buClr>
                <a:schemeClr val="accent2"/>
              </a:buClr>
              <a:buSzPts val="1400"/>
              <a:buNone/>
              <a:defRPr>
                <a:solidFill>
                  <a:schemeClr val="accent2"/>
                </a:solidFill>
              </a:defRPr>
            </a:lvl4pPr>
            <a:lvl5pPr lvl="4">
              <a:spcBef>
                <a:spcPts val="0"/>
              </a:spcBef>
              <a:spcAft>
                <a:spcPts val="0"/>
              </a:spcAft>
              <a:buClr>
                <a:schemeClr val="accent2"/>
              </a:buClr>
              <a:buSzPts val="1400"/>
              <a:buNone/>
              <a:defRPr>
                <a:solidFill>
                  <a:schemeClr val="accent2"/>
                </a:solidFill>
              </a:defRPr>
            </a:lvl5pPr>
            <a:lvl6pPr lvl="5">
              <a:spcBef>
                <a:spcPts val="0"/>
              </a:spcBef>
              <a:spcAft>
                <a:spcPts val="0"/>
              </a:spcAft>
              <a:buClr>
                <a:schemeClr val="accent2"/>
              </a:buClr>
              <a:buSzPts val="1400"/>
              <a:buNone/>
              <a:defRPr>
                <a:solidFill>
                  <a:schemeClr val="accent2"/>
                </a:solidFill>
              </a:defRPr>
            </a:lvl6pPr>
            <a:lvl7pPr lvl="6">
              <a:spcBef>
                <a:spcPts val="0"/>
              </a:spcBef>
              <a:spcAft>
                <a:spcPts val="0"/>
              </a:spcAft>
              <a:buClr>
                <a:schemeClr val="accent2"/>
              </a:buClr>
              <a:buSzPts val="1400"/>
              <a:buNone/>
              <a:defRPr>
                <a:solidFill>
                  <a:schemeClr val="accent2"/>
                </a:solidFill>
              </a:defRPr>
            </a:lvl7pPr>
            <a:lvl8pPr lvl="7">
              <a:spcBef>
                <a:spcPts val="0"/>
              </a:spcBef>
              <a:spcAft>
                <a:spcPts val="0"/>
              </a:spcAft>
              <a:buClr>
                <a:schemeClr val="accent2"/>
              </a:buClr>
              <a:buSzPts val="1400"/>
              <a:buNone/>
              <a:defRPr>
                <a:solidFill>
                  <a:schemeClr val="accent2"/>
                </a:solidFill>
              </a:defRPr>
            </a:lvl8pPr>
            <a:lvl9pPr lvl="8">
              <a:spcBef>
                <a:spcPts val="0"/>
              </a:spcBef>
              <a:spcAft>
                <a:spcPts val="0"/>
              </a:spcAft>
              <a:buClr>
                <a:schemeClr val="accent2"/>
              </a:buClr>
              <a:buSzPts val="1400"/>
              <a:buNone/>
              <a:defRPr>
                <a:solidFill>
                  <a:schemeClr val="accent2"/>
                </a:solidFill>
              </a:defRPr>
            </a:lvl9pPr>
          </a:lstStyle>
          <a:p/>
        </p:txBody>
      </p:sp>
      <p:sp>
        <p:nvSpPr>
          <p:cNvPr id="208" name="Google Shape;208;p36"/>
          <p:cNvSpPr txBox="1"/>
          <p:nvPr>
            <p:ph idx="3" type="title"/>
          </p:nvPr>
        </p:nvSpPr>
        <p:spPr>
          <a:xfrm>
            <a:off x="5251132" y="327150"/>
            <a:ext cx="3558600" cy="393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2"/>
              </a:buClr>
              <a:buSzPts val="1400"/>
              <a:buFont typeface="Albert Sans"/>
              <a:buNone/>
              <a:defRPr b="1" sz="1400">
                <a:solidFill>
                  <a:schemeClr val="accent2"/>
                </a:solidFill>
                <a:latin typeface="Albert Sans"/>
                <a:ea typeface="Albert Sans"/>
                <a:cs typeface="Albert Sans"/>
                <a:sym typeface="Albert Sans"/>
              </a:defRPr>
            </a:lvl1pPr>
            <a:lvl2pPr lvl="1">
              <a:spcBef>
                <a:spcPts val="0"/>
              </a:spcBef>
              <a:spcAft>
                <a:spcPts val="0"/>
              </a:spcAft>
              <a:buClr>
                <a:schemeClr val="accent2"/>
              </a:buClr>
              <a:buSzPts val="1400"/>
              <a:buNone/>
              <a:defRPr>
                <a:solidFill>
                  <a:schemeClr val="accent2"/>
                </a:solidFill>
              </a:defRPr>
            </a:lvl2pPr>
            <a:lvl3pPr lvl="2">
              <a:spcBef>
                <a:spcPts val="0"/>
              </a:spcBef>
              <a:spcAft>
                <a:spcPts val="0"/>
              </a:spcAft>
              <a:buClr>
                <a:schemeClr val="accent2"/>
              </a:buClr>
              <a:buSzPts val="1400"/>
              <a:buNone/>
              <a:defRPr>
                <a:solidFill>
                  <a:schemeClr val="accent2"/>
                </a:solidFill>
              </a:defRPr>
            </a:lvl3pPr>
            <a:lvl4pPr lvl="3">
              <a:spcBef>
                <a:spcPts val="0"/>
              </a:spcBef>
              <a:spcAft>
                <a:spcPts val="0"/>
              </a:spcAft>
              <a:buClr>
                <a:schemeClr val="accent2"/>
              </a:buClr>
              <a:buSzPts val="1400"/>
              <a:buNone/>
              <a:defRPr>
                <a:solidFill>
                  <a:schemeClr val="accent2"/>
                </a:solidFill>
              </a:defRPr>
            </a:lvl4pPr>
            <a:lvl5pPr lvl="4">
              <a:spcBef>
                <a:spcPts val="0"/>
              </a:spcBef>
              <a:spcAft>
                <a:spcPts val="0"/>
              </a:spcAft>
              <a:buClr>
                <a:schemeClr val="accent2"/>
              </a:buClr>
              <a:buSzPts val="1400"/>
              <a:buNone/>
              <a:defRPr>
                <a:solidFill>
                  <a:schemeClr val="accent2"/>
                </a:solidFill>
              </a:defRPr>
            </a:lvl5pPr>
            <a:lvl6pPr lvl="5">
              <a:spcBef>
                <a:spcPts val="0"/>
              </a:spcBef>
              <a:spcAft>
                <a:spcPts val="0"/>
              </a:spcAft>
              <a:buClr>
                <a:schemeClr val="accent2"/>
              </a:buClr>
              <a:buSzPts val="1400"/>
              <a:buNone/>
              <a:defRPr>
                <a:solidFill>
                  <a:schemeClr val="accent2"/>
                </a:solidFill>
              </a:defRPr>
            </a:lvl6pPr>
            <a:lvl7pPr lvl="6">
              <a:spcBef>
                <a:spcPts val="0"/>
              </a:spcBef>
              <a:spcAft>
                <a:spcPts val="0"/>
              </a:spcAft>
              <a:buClr>
                <a:schemeClr val="accent2"/>
              </a:buClr>
              <a:buSzPts val="1400"/>
              <a:buNone/>
              <a:defRPr>
                <a:solidFill>
                  <a:schemeClr val="accent2"/>
                </a:solidFill>
              </a:defRPr>
            </a:lvl7pPr>
            <a:lvl8pPr lvl="7">
              <a:spcBef>
                <a:spcPts val="0"/>
              </a:spcBef>
              <a:spcAft>
                <a:spcPts val="0"/>
              </a:spcAft>
              <a:buClr>
                <a:schemeClr val="accent2"/>
              </a:buClr>
              <a:buSzPts val="1400"/>
              <a:buNone/>
              <a:defRPr>
                <a:solidFill>
                  <a:schemeClr val="accent2"/>
                </a:solidFill>
              </a:defRPr>
            </a:lvl8pPr>
            <a:lvl9pPr lvl="8">
              <a:spcBef>
                <a:spcPts val="0"/>
              </a:spcBef>
              <a:spcAft>
                <a:spcPts val="0"/>
              </a:spcAft>
              <a:buClr>
                <a:schemeClr val="accent2"/>
              </a:buClr>
              <a:buSzPts val="1400"/>
              <a:buNone/>
              <a:defRPr>
                <a:solidFill>
                  <a:schemeClr val="accent2"/>
                </a:solidFill>
              </a:defRPr>
            </a:lvl9pPr>
          </a:lstStyle>
          <a:p/>
        </p:txBody>
      </p:sp>
      <p:sp>
        <p:nvSpPr>
          <p:cNvPr id="209" name="Google Shape;209;p36"/>
          <p:cNvSpPr txBox="1"/>
          <p:nvPr>
            <p:ph idx="4" type="title"/>
          </p:nvPr>
        </p:nvSpPr>
        <p:spPr>
          <a:xfrm>
            <a:off x="7158725" y="4563900"/>
            <a:ext cx="1354500" cy="3936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2"/>
              </a:buClr>
              <a:buSzPts val="1000"/>
              <a:buFont typeface="Albert Sans"/>
              <a:buNone/>
              <a:defRPr sz="1000">
                <a:solidFill>
                  <a:schemeClr val="dk2"/>
                </a:solidFill>
                <a:latin typeface="Albert Sans"/>
                <a:ea typeface="Albert Sans"/>
                <a:cs typeface="Albert Sans"/>
                <a:sym typeface="Albert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0" name="Google Shape;210;p36"/>
          <p:cNvSpPr/>
          <p:nvPr>
            <p:ph idx="5" type="pic"/>
          </p:nvPr>
        </p:nvSpPr>
        <p:spPr>
          <a:xfrm>
            <a:off x="8596800" y="223475"/>
            <a:ext cx="318600" cy="318600"/>
          </a:xfrm>
          <a:prstGeom prst="ellipse">
            <a:avLst/>
          </a:prstGeom>
          <a:noFill/>
          <a:ln>
            <a:noFill/>
          </a:ln>
        </p:spPr>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etitor Landscape">
  <p:cSld name="CUSTOM_14">
    <p:bg>
      <p:bgPr>
        <a:solidFill>
          <a:schemeClr val="lt1"/>
        </a:solidFill>
      </p:bgPr>
    </p:bg>
    <p:spTree>
      <p:nvGrpSpPr>
        <p:cNvPr id="211" name="Shape 211"/>
        <p:cNvGrpSpPr/>
        <p:nvPr/>
      </p:nvGrpSpPr>
      <p:grpSpPr>
        <a:xfrm>
          <a:off x="0" y="0"/>
          <a:ext cx="0" cy="0"/>
          <a:chOff x="0" y="0"/>
          <a:chExt cx="0" cy="0"/>
        </a:xfrm>
      </p:grpSpPr>
      <p:sp>
        <p:nvSpPr>
          <p:cNvPr id="212" name="Google Shape;212;p37"/>
          <p:cNvSpPr txBox="1"/>
          <p:nvPr>
            <p:ph idx="1" type="body"/>
          </p:nvPr>
        </p:nvSpPr>
        <p:spPr>
          <a:xfrm>
            <a:off x="6564350" y="577612"/>
            <a:ext cx="2237400" cy="6411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dk2"/>
              </a:buClr>
              <a:buSzPts val="1000"/>
              <a:buFont typeface="Albert Sans"/>
              <a:buChar char="●"/>
              <a:defRPr sz="1000" u="none">
                <a:solidFill>
                  <a:schemeClr val="dk2"/>
                </a:solidFill>
              </a:defRPr>
            </a:lvl1pPr>
            <a:lvl2pPr indent="-292100" lvl="1" marL="914400">
              <a:spcBef>
                <a:spcPts val="0"/>
              </a:spcBef>
              <a:spcAft>
                <a:spcPts val="0"/>
              </a:spcAft>
              <a:buClr>
                <a:schemeClr val="dk2"/>
              </a:buClr>
              <a:buSzPts val="1000"/>
              <a:buFont typeface="Albert Sans"/>
              <a:buChar char="○"/>
              <a:defRPr sz="1000" u="none">
                <a:solidFill>
                  <a:schemeClr val="dk2"/>
                </a:solidFill>
              </a:defRPr>
            </a:lvl2pPr>
            <a:lvl3pPr indent="-292100" lvl="2" marL="1371600">
              <a:spcBef>
                <a:spcPts val="0"/>
              </a:spcBef>
              <a:spcAft>
                <a:spcPts val="0"/>
              </a:spcAft>
              <a:buClr>
                <a:schemeClr val="dk2"/>
              </a:buClr>
              <a:buSzPts val="1000"/>
              <a:buFont typeface="Albert Sans"/>
              <a:buChar char="■"/>
              <a:defRPr sz="1000" u="none">
                <a:solidFill>
                  <a:schemeClr val="dk2"/>
                </a:solidFill>
              </a:defRPr>
            </a:lvl3pPr>
            <a:lvl4pPr indent="-292100" lvl="3" marL="1828800">
              <a:spcBef>
                <a:spcPts val="0"/>
              </a:spcBef>
              <a:spcAft>
                <a:spcPts val="0"/>
              </a:spcAft>
              <a:buClr>
                <a:schemeClr val="dk2"/>
              </a:buClr>
              <a:buSzPts val="1000"/>
              <a:buFont typeface="Albert Sans"/>
              <a:buChar char="●"/>
              <a:defRPr sz="1000" u="none">
                <a:solidFill>
                  <a:schemeClr val="dk2"/>
                </a:solidFill>
              </a:defRPr>
            </a:lvl4pPr>
            <a:lvl5pPr indent="-292100" lvl="4" marL="2286000">
              <a:spcBef>
                <a:spcPts val="0"/>
              </a:spcBef>
              <a:spcAft>
                <a:spcPts val="0"/>
              </a:spcAft>
              <a:buClr>
                <a:schemeClr val="dk2"/>
              </a:buClr>
              <a:buSzPts val="1000"/>
              <a:buFont typeface="Albert Sans"/>
              <a:buChar char="○"/>
              <a:defRPr sz="1000" u="none">
                <a:solidFill>
                  <a:schemeClr val="dk2"/>
                </a:solidFill>
              </a:defRPr>
            </a:lvl5pPr>
            <a:lvl6pPr indent="-292100" lvl="5" marL="2743200">
              <a:spcBef>
                <a:spcPts val="0"/>
              </a:spcBef>
              <a:spcAft>
                <a:spcPts val="0"/>
              </a:spcAft>
              <a:buClr>
                <a:schemeClr val="dk2"/>
              </a:buClr>
              <a:buSzPts val="1000"/>
              <a:buFont typeface="Albert Sans"/>
              <a:buChar char="■"/>
              <a:defRPr sz="1000" u="none">
                <a:solidFill>
                  <a:schemeClr val="dk2"/>
                </a:solidFill>
              </a:defRPr>
            </a:lvl6pPr>
            <a:lvl7pPr indent="-292100" lvl="6" marL="3200400">
              <a:spcBef>
                <a:spcPts val="0"/>
              </a:spcBef>
              <a:spcAft>
                <a:spcPts val="0"/>
              </a:spcAft>
              <a:buClr>
                <a:schemeClr val="dk2"/>
              </a:buClr>
              <a:buSzPts val="1000"/>
              <a:buFont typeface="Albert Sans"/>
              <a:buChar char="●"/>
              <a:defRPr sz="1000" u="none">
                <a:solidFill>
                  <a:schemeClr val="dk2"/>
                </a:solidFill>
              </a:defRPr>
            </a:lvl7pPr>
            <a:lvl8pPr indent="-292100" lvl="7" marL="3657600">
              <a:spcBef>
                <a:spcPts val="0"/>
              </a:spcBef>
              <a:spcAft>
                <a:spcPts val="0"/>
              </a:spcAft>
              <a:buClr>
                <a:schemeClr val="dk2"/>
              </a:buClr>
              <a:buSzPts val="1000"/>
              <a:buFont typeface="Albert Sans"/>
              <a:buChar char="○"/>
              <a:defRPr sz="1000" u="none">
                <a:solidFill>
                  <a:schemeClr val="dk2"/>
                </a:solidFill>
              </a:defRPr>
            </a:lvl8pPr>
            <a:lvl9pPr indent="-292100" lvl="8" marL="4114800">
              <a:spcBef>
                <a:spcPts val="0"/>
              </a:spcBef>
              <a:spcAft>
                <a:spcPts val="0"/>
              </a:spcAft>
              <a:buClr>
                <a:schemeClr val="dk2"/>
              </a:buClr>
              <a:buSzPts val="1000"/>
              <a:buFont typeface="Albert Sans"/>
              <a:buChar char="■"/>
              <a:defRPr sz="1000" u="none">
                <a:solidFill>
                  <a:schemeClr val="dk2"/>
                </a:solidFill>
              </a:defRPr>
            </a:lvl9pPr>
          </a:lstStyle>
          <a:p/>
        </p:txBody>
      </p:sp>
      <p:sp>
        <p:nvSpPr>
          <p:cNvPr id="213" name="Google Shape;213;p37"/>
          <p:cNvSpPr txBox="1"/>
          <p:nvPr>
            <p:ph idx="2" type="body"/>
          </p:nvPr>
        </p:nvSpPr>
        <p:spPr>
          <a:xfrm>
            <a:off x="6564350" y="1810914"/>
            <a:ext cx="2237400" cy="6411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dk2"/>
              </a:buClr>
              <a:buSzPts val="1000"/>
              <a:buFont typeface="Albert Sans"/>
              <a:buChar char="●"/>
              <a:defRPr sz="1000" u="none">
                <a:solidFill>
                  <a:schemeClr val="dk2"/>
                </a:solidFill>
              </a:defRPr>
            </a:lvl1pPr>
            <a:lvl2pPr indent="-292100" lvl="1" marL="914400">
              <a:spcBef>
                <a:spcPts val="0"/>
              </a:spcBef>
              <a:spcAft>
                <a:spcPts val="0"/>
              </a:spcAft>
              <a:buClr>
                <a:schemeClr val="dk2"/>
              </a:buClr>
              <a:buSzPts val="1000"/>
              <a:buFont typeface="Albert Sans"/>
              <a:buChar char="○"/>
              <a:defRPr sz="1000" u="none">
                <a:solidFill>
                  <a:schemeClr val="dk2"/>
                </a:solidFill>
              </a:defRPr>
            </a:lvl2pPr>
            <a:lvl3pPr indent="-292100" lvl="2" marL="1371600">
              <a:spcBef>
                <a:spcPts val="0"/>
              </a:spcBef>
              <a:spcAft>
                <a:spcPts val="0"/>
              </a:spcAft>
              <a:buClr>
                <a:schemeClr val="dk2"/>
              </a:buClr>
              <a:buSzPts val="1000"/>
              <a:buFont typeface="Albert Sans"/>
              <a:buChar char="■"/>
              <a:defRPr sz="1000" u="none">
                <a:solidFill>
                  <a:schemeClr val="dk2"/>
                </a:solidFill>
              </a:defRPr>
            </a:lvl3pPr>
            <a:lvl4pPr indent="-292100" lvl="3" marL="1828800">
              <a:spcBef>
                <a:spcPts val="0"/>
              </a:spcBef>
              <a:spcAft>
                <a:spcPts val="0"/>
              </a:spcAft>
              <a:buClr>
                <a:schemeClr val="dk2"/>
              </a:buClr>
              <a:buSzPts val="1000"/>
              <a:buFont typeface="Albert Sans"/>
              <a:buChar char="●"/>
              <a:defRPr sz="1000" u="none">
                <a:solidFill>
                  <a:schemeClr val="dk2"/>
                </a:solidFill>
              </a:defRPr>
            </a:lvl4pPr>
            <a:lvl5pPr indent="-292100" lvl="4" marL="2286000">
              <a:spcBef>
                <a:spcPts val="0"/>
              </a:spcBef>
              <a:spcAft>
                <a:spcPts val="0"/>
              </a:spcAft>
              <a:buClr>
                <a:schemeClr val="dk2"/>
              </a:buClr>
              <a:buSzPts val="1000"/>
              <a:buFont typeface="Albert Sans"/>
              <a:buChar char="○"/>
              <a:defRPr sz="1000" u="none">
                <a:solidFill>
                  <a:schemeClr val="dk2"/>
                </a:solidFill>
              </a:defRPr>
            </a:lvl5pPr>
            <a:lvl6pPr indent="-292100" lvl="5" marL="2743200">
              <a:spcBef>
                <a:spcPts val="0"/>
              </a:spcBef>
              <a:spcAft>
                <a:spcPts val="0"/>
              </a:spcAft>
              <a:buClr>
                <a:schemeClr val="dk2"/>
              </a:buClr>
              <a:buSzPts val="1000"/>
              <a:buFont typeface="Albert Sans"/>
              <a:buChar char="■"/>
              <a:defRPr sz="1000" u="none">
                <a:solidFill>
                  <a:schemeClr val="dk2"/>
                </a:solidFill>
              </a:defRPr>
            </a:lvl6pPr>
            <a:lvl7pPr indent="-292100" lvl="6" marL="3200400">
              <a:spcBef>
                <a:spcPts val="0"/>
              </a:spcBef>
              <a:spcAft>
                <a:spcPts val="0"/>
              </a:spcAft>
              <a:buClr>
                <a:schemeClr val="dk2"/>
              </a:buClr>
              <a:buSzPts val="1000"/>
              <a:buFont typeface="Albert Sans"/>
              <a:buChar char="●"/>
              <a:defRPr sz="1000" u="none">
                <a:solidFill>
                  <a:schemeClr val="dk2"/>
                </a:solidFill>
              </a:defRPr>
            </a:lvl7pPr>
            <a:lvl8pPr indent="-292100" lvl="7" marL="3657600">
              <a:spcBef>
                <a:spcPts val="0"/>
              </a:spcBef>
              <a:spcAft>
                <a:spcPts val="0"/>
              </a:spcAft>
              <a:buClr>
                <a:schemeClr val="dk2"/>
              </a:buClr>
              <a:buSzPts val="1000"/>
              <a:buFont typeface="Albert Sans"/>
              <a:buChar char="○"/>
              <a:defRPr sz="1000" u="none">
                <a:solidFill>
                  <a:schemeClr val="dk2"/>
                </a:solidFill>
              </a:defRPr>
            </a:lvl8pPr>
            <a:lvl9pPr indent="-292100" lvl="8" marL="4114800">
              <a:spcBef>
                <a:spcPts val="0"/>
              </a:spcBef>
              <a:spcAft>
                <a:spcPts val="0"/>
              </a:spcAft>
              <a:buClr>
                <a:schemeClr val="dk2"/>
              </a:buClr>
              <a:buSzPts val="1000"/>
              <a:buFont typeface="Albert Sans"/>
              <a:buChar char="■"/>
              <a:defRPr sz="1000" u="none">
                <a:solidFill>
                  <a:schemeClr val="dk2"/>
                </a:solidFill>
              </a:defRPr>
            </a:lvl9pPr>
          </a:lstStyle>
          <a:p/>
        </p:txBody>
      </p:sp>
      <p:sp>
        <p:nvSpPr>
          <p:cNvPr id="214" name="Google Shape;214;p37"/>
          <p:cNvSpPr txBox="1"/>
          <p:nvPr>
            <p:ph idx="3" type="body"/>
          </p:nvPr>
        </p:nvSpPr>
        <p:spPr>
          <a:xfrm>
            <a:off x="6564350" y="3038996"/>
            <a:ext cx="2237400" cy="6411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dk2"/>
              </a:buClr>
              <a:buSzPts val="1000"/>
              <a:buFont typeface="Albert Sans"/>
              <a:buChar char="●"/>
              <a:defRPr sz="1000" u="none">
                <a:solidFill>
                  <a:schemeClr val="dk2"/>
                </a:solidFill>
              </a:defRPr>
            </a:lvl1pPr>
            <a:lvl2pPr indent="-292100" lvl="1" marL="914400">
              <a:spcBef>
                <a:spcPts val="0"/>
              </a:spcBef>
              <a:spcAft>
                <a:spcPts val="0"/>
              </a:spcAft>
              <a:buClr>
                <a:schemeClr val="dk2"/>
              </a:buClr>
              <a:buSzPts val="1000"/>
              <a:buFont typeface="Albert Sans"/>
              <a:buChar char="○"/>
              <a:defRPr sz="1000" u="none">
                <a:solidFill>
                  <a:schemeClr val="dk2"/>
                </a:solidFill>
              </a:defRPr>
            </a:lvl2pPr>
            <a:lvl3pPr indent="-292100" lvl="2" marL="1371600">
              <a:spcBef>
                <a:spcPts val="0"/>
              </a:spcBef>
              <a:spcAft>
                <a:spcPts val="0"/>
              </a:spcAft>
              <a:buClr>
                <a:schemeClr val="dk2"/>
              </a:buClr>
              <a:buSzPts val="1000"/>
              <a:buFont typeface="Albert Sans"/>
              <a:buChar char="■"/>
              <a:defRPr sz="1000" u="none">
                <a:solidFill>
                  <a:schemeClr val="dk2"/>
                </a:solidFill>
              </a:defRPr>
            </a:lvl3pPr>
            <a:lvl4pPr indent="-292100" lvl="3" marL="1828800">
              <a:spcBef>
                <a:spcPts val="0"/>
              </a:spcBef>
              <a:spcAft>
                <a:spcPts val="0"/>
              </a:spcAft>
              <a:buClr>
                <a:schemeClr val="dk2"/>
              </a:buClr>
              <a:buSzPts val="1000"/>
              <a:buFont typeface="Albert Sans"/>
              <a:buChar char="●"/>
              <a:defRPr sz="1000" u="none">
                <a:solidFill>
                  <a:schemeClr val="dk2"/>
                </a:solidFill>
              </a:defRPr>
            </a:lvl4pPr>
            <a:lvl5pPr indent="-292100" lvl="4" marL="2286000">
              <a:spcBef>
                <a:spcPts val="0"/>
              </a:spcBef>
              <a:spcAft>
                <a:spcPts val="0"/>
              </a:spcAft>
              <a:buClr>
                <a:schemeClr val="dk2"/>
              </a:buClr>
              <a:buSzPts val="1000"/>
              <a:buFont typeface="Albert Sans"/>
              <a:buChar char="○"/>
              <a:defRPr sz="1000" u="none">
                <a:solidFill>
                  <a:schemeClr val="dk2"/>
                </a:solidFill>
              </a:defRPr>
            </a:lvl5pPr>
            <a:lvl6pPr indent="-292100" lvl="5" marL="2743200">
              <a:spcBef>
                <a:spcPts val="0"/>
              </a:spcBef>
              <a:spcAft>
                <a:spcPts val="0"/>
              </a:spcAft>
              <a:buClr>
                <a:schemeClr val="dk2"/>
              </a:buClr>
              <a:buSzPts val="1000"/>
              <a:buFont typeface="Albert Sans"/>
              <a:buChar char="■"/>
              <a:defRPr sz="1000" u="none">
                <a:solidFill>
                  <a:schemeClr val="dk2"/>
                </a:solidFill>
              </a:defRPr>
            </a:lvl6pPr>
            <a:lvl7pPr indent="-292100" lvl="6" marL="3200400">
              <a:spcBef>
                <a:spcPts val="0"/>
              </a:spcBef>
              <a:spcAft>
                <a:spcPts val="0"/>
              </a:spcAft>
              <a:buClr>
                <a:schemeClr val="dk2"/>
              </a:buClr>
              <a:buSzPts val="1000"/>
              <a:buFont typeface="Albert Sans"/>
              <a:buChar char="●"/>
              <a:defRPr sz="1000" u="none">
                <a:solidFill>
                  <a:schemeClr val="dk2"/>
                </a:solidFill>
              </a:defRPr>
            </a:lvl7pPr>
            <a:lvl8pPr indent="-292100" lvl="7" marL="3657600">
              <a:spcBef>
                <a:spcPts val="0"/>
              </a:spcBef>
              <a:spcAft>
                <a:spcPts val="0"/>
              </a:spcAft>
              <a:buClr>
                <a:schemeClr val="dk2"/>
              </a:buClr>
              <a:buSzPts val="1000"/>
              <a:buFont typeface="Albert Sans"/>
              <a:buChar char="○"/>
              <a:defRPr sz="1000" u="none">
                <a:solidFill>
                  <a:schemeClr val="dk2"/>
                </a:solidFill>
              </a:defRPr>
            </a:lvl8pPr>
            <a:lvl9pPr indent="-292100" lvl="8" marL="4114800">
              <a:spcBef>
                <a:spcPts val="0"/>
              </a:spcBef>
              <a:spcAft>
                <a:spcPts val="0"/>
              </a:spcAft>
              <a:buClr>
                <a:schemeClr val="dk2"/>
              </a:buClr>
              <a:buSzPts val="1000"/>
              <a:buFont typeface="Albert Sans"/>
              <a:buChar char="■"/>
              <a:defRPr sz="1000" u="none">
                <a:solidFill>
                  <a:schemeClr val="dk2"/>
                </a:solidFill>
              </a:defRPr>
            </a:lvl9pPr>
          </a:lstStyle>
          <a:p/>
        </p:txBody>
      </p:sp>
      <p:sp>
        <p:nvSpPr>
          <p:cNvPr id="215" name="Google Shape;215;p37"/>
          <p:cNvSpPr txBox="1"/>
          <p:nvPr>
            <p:ph type="title"/>
          </p:nvPr>
        </p:nvSpPr>
        <p:spPr>
          <a:xfrm>
            <a:off x="3706300" y="327150"/>
            <a:ext cx="2009100" cy="4224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400"/>
              <a:buFont typeface="Albert Sans"/>
              <a:buNone/>
              <a:defRPr b="1" sz="1400">
                <a:solidFill>
                  <a:schemeClr val="dk2"/>
                </a:solidFill>
                <a:latin typeface="Albert Sans"/>
                <a:ea typeface="Albert Sans"/>
                <a:cs typeface="Albert Sans"/>
                <a:sym typeface="Albert Sans"/>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216" name="Google Shape;216;p37"/>
          <p:cNvSpPr txBox="1"/>
          <p:nvPr>
            <p:ph idx="4" type="body"/>
          </p:nvPr>
        </p:nvSpPr>
        <p:spPr>
          <a:xfrm>
            <a:off x="3706300" y="577612"/>
            <a:ext cx="2237400" cy="6411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dk2"/>
              </a:buClr>
              <a:buSzPts val="1000"/>
              <a:buFont typeface="Albert Sans"/>
              <a:buChar char="●"/>
              <a:defRPr sz="1000" u="none">
                <a:solidFill>
                  <a:schemeClr val="dk2"/>
                </a:solidFill>
              </a:defRPr>
            </a:lvl1pPr>
            <a:lvl2pPr indent="-292100" lvl="1" marL="914400">
              <a:spcBef>
                <a:spcPts val="0"/>
              </a:spcBef>
              <a:spcAft>
                <a:spcPts val="0"/>
              </a:spcAft>
              <a:buClr>
                <a:schemeClr val="dk2"/>
              </a:buClr>
              <a:buSzPts val="1000"/>
              <a:buFont typeface="Albert Sans"/>
              <a:buChar char="○"/>
              <a:defRPr sz="1000" u="none">
                <a:solidFill>
                  <a:schemeClr val="dk2"/>
                </a:solidFill>
              </a:defRPr>
            </a:lvl2pPr>
            <a:lvl3pPr indent="-292100" lvl="2" marL="1371600">
              <a:spcBef>
                <a:spcPts val="0"/>
              </a:spcBef>
              <a:spcAft>
                <a:spcPts val="0"/>
              </a:spcAft>
              <a:buClr>
                <a:schemeClr val="dk2"/>
              </a:buClr>
              <a:buSzPts val="1000"/>
              <a:buFont typeface="Albert Sans"/>
              <a:buChar char="■"/>
              <a:defRPr sz="1000" u="none">
                <a:solidFill>
                  <a:schemeClr val="dk2"/>
                </a:solidFill>
              </a:defRPr>
            </a:lvl3pPr>
            <a:lvl4pPr indent="-292100" lvl="3" marL="1828800">
              <a:spcBef>
                <a:spcPts val="0"/>
              </a:spcBef>
              <a:spcAft>
                <a:spcPts val="0"/>
              </a:spcAft>
              <a:buClr>
                <a:schemeClr val="dk2"/>
              </a:buClr>
              <a:buSzPts val="1000"/>
              <a:buFont typeface="Albert Sans"/>
              <a:buChar char="●"/>
              <a:defRPr sz="1000" u="none">
                <a:solidFill>
                  <a:schemeClr val="dk2"/>
                </a:solidFill>
              </a:defRPr>
            </a:lvl4pPr>
            <a:lvl5pPr indent="-292100" lvl="4" marL="2286000">
              <a:spcBef>
                <a:spcPts val="0"/>
              </a:spcBef>
              <a:spcAft>
                <a:spcPts val="0"/>
              </a:spcAft>
              <a:buClr>
                <a:schemeClr val="dk2"/>
              </a:buClr>
              <a:buSzPts val="1000"/>
              <a:buFont typeface="Albert Sans"/>
              <a:buChar char="○"/>
              <a:defRPr sz="1000" u="none">
                <a:solidFill>
                  <a:schemeClr val="dk2"/>
                </a:solidFill>
              </a:defRPr>
            </a:lvl5pPr>
            <a:lvl6pPr indent="-292100" lvl="5" marL="2743200">
              <a:spcBef>
                <a:spcPts val="0"/>
              </a:spcBef>
              <a:spcAft>
                <a:spcPts val="0"/>
              </a:spcAft>
              <a:buClr>
                <a:schemeClr val="dk2"/>
              </a:buClr>
              <a:buSzPts val="1000"/>
              <a:buFont typeface="Albert Sans"/>
              <a:buChar char="■"/>
              <a:defRPr sz="1000" u="none">
                <a:solidFill>
                  <a:schemeClr val="dk2"/>
                </a:solidFill>
              </a:defRPr>
            </a:lvl6pPr>
            <a:lvl7pPr indent="-292100" lvl="6" marL="3200400">
              <a:spcBef>
                <a:spcPts val="0"/>
              </a:spcBef>
              <a:spcAft>
                <a:spcPts val="0"/>
              </a:spcAft>
              <a:buClr>
                <a:schemeClr val="dk2"/>
              </a:buClr>
              <a:buSzPts val="1000"/>
              <a:buFont typeface="Albert Sans"/>
              <a:buChar char="●"/>
              <a:defRPr sz="1000" u="none">
                <a:solidFill>
                  <a:schemeClr val="dk2"/>
                </a:solidFill>
              </a:defRPr>
            </a:lvl7pPr>
            <a:lvl8pPr indent="-292100" lvl="7" marL="3657600">
              <a:spcBef>
                <a:spcPts val="0"/>
              </a:spcBef>
              <a:spcAft>
                <a:spcPts val="0"/>
              </a:spcAft>
              <a:buClr>
                <a:schemeClr val="dk2"/>
              </a:buClr>
              <a:buSzPts val="1000"/>
              <a:buFont typeface="Albert Sans"/>
              <a:buChar char="○"/>
              <a:defRPr sz="1000" u="none">
                <a:solidFill>
                  <a:schemeClr val="dk2"/>
                </a:solidFill>
              </a:defRPr>
            </a:lvl8pPr>
            <a:lvl9pPr indent="-292100" lvl="8" marL="4114800">
              <a:spcBef>
                <a:spcPts val="0"/>
              </a:spcBef>
              <a:spcAft>
                <a:spcPts val="0"/>
              </a:spcAft>
              <a:buClr>
                <a:schemeClr val="dk2"/>
              </a:buClr>
              <a:buSzPts val="1000"/>
              <a:buFont typeface="Albert Sans"/>
              <a:buChar char="■"/>
              <a:defRPr sz="1000" u="none">
                <a:solidFill>
                  <a:schemeClr val="dk2"/>
                </a:solidFill>
              </a:defRPr>
            </a:lvl9pPr>
          </a:lstStyle>
          <a:p/>
        </p:txBody>
      </p:sp>
      <p:sp>
        <p:nvSpPr>
          <p:cNvPr id="217" name="Google Shape;217;p37"/>
          <p:cNvSpPr txBox="1"/>
          <p:nvPr>
            <p:ph idx="5" type="title"/>
          </p:nvPr>
        </p:nvSpPr>
        <p:spPr>
          <a:xfrm>
            <a:off x="7158725" y="4563900"/>
            <a:ext cx="1354500" cy="3936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2"/>
              </a:buClr>
              <a:buSzPts val="1000"/>
              <a:buFont typeface="Albert Sans"/>
              <a:buNone/>
              <a:defRPr sz="1000">
                <a:solidFill>
                  <a:schemeClr val="dk2"/>
                </a:solidFill>
                <a:latin typeface="Albert Sans"/>
                <a:ea typeface="Albert Sans"/>
                <a:cs typeface="Albert Sans"/>
                <a:sym typeface="Albert Sans"/>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218" name="Google Shape;218;p37"/>
          <p:cNvSpPr txBox="1"/>
          <p:nvPr>
            <p:ph idx="6" type="title"/>
          </p:nvPr>
        </p:nvSpPr>
        <p:spPr>
          <a:xfrm>
            <a:off x="956150" y="327150"/>
            <a:ext cx="2009100" cy="13254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2"/>
              </a:buClr>
              <a:buSzPts val="1400"/>
              <a:buFont typeface="Albert Sans"/>
              <a:buNone/>
              <a:defRPr b="1" sz="1400">
                <a:solidFill>
                  <a:schemeClr val="accent2"/>
                </a:solidFill>
                <a:latin typeface="Albert Sans"/>
                <a:ea typeface="Albert Sans"/>
                <a:cs typeface="Albert Sans"/>
                <a:sym typeface="Albert Sans"/>
              </a:defRPr>
            </a:lvl1pPr>
            <a:lvl2pPr lvl="1">
              <a:spcBef>
                <a:spcPts val="0"/>
              </a:spcBef>
              <a:spcAft>
                <a:spcPts val="0"/>
              </a:spcAft>
              <a:buClr>
                <a:schemeClr val="accent2"/>
              </a:buClr>
              <a:buSzPts val="1400"/>
              <a:buNone/>
              <a:defRPr>
                <a:solidFill>
                  <a:schemeClr val="accent2"/>
                </a:solidFill>
              </a:defRPr>
            </a:lvl2pPr>
            <a:lvl3pPr lvl="2">
              <a:spcBef>
                <a:spcPts val="0"/>
              </a:spcBef>
              <a:spcAft>
                <a:spcPts val="0"/>
              </a:spcAft>
              <a:buClr>
                <a:schemeClr val="accent2"/>
              </a:buClr>
              <a:buSzPts val="1400"/>
              <a:buNone/>
              <a:defRPr>
                <a:solidFill>
                  <a:schemeClr val="accent2"/>
                </a:solidFill>
              </a:defRPr>
            </a:lvl3pPr>
            <a:lvl4pPr lvl="3">
              <a:spcBef>
                <a:spcPts val="0"/>
              </a:spcBef>
              <a:spcAft>
                <a:spcPts val="0"/>
              </a:spcAft>
              <a:buClr>
                <a:schemeClr val="accent2"/>
              </a:buClr>
              <a:buSzPts val="1400"/>
              <a:buNone/>
              <a:defRPr>
                <a:solidFill>
                  <a:schemeClr val="accent2"/>
                </a:solidFill>
              </a:defRPr>
            </a:lvl4pPr>
            <a:lvl5pPr lvl="4">
              <a:spcBef>
                <a:spcPts val="0"/>
              </a:spcBef>
              <a:spcAft>
                <a:spcPts val="0"/>
              </a:spcAft>
              <a:buClr>
                <a:schemeClr val="accent2"/>
              </a:buClr>
              <a:buSzPts val="1400"/>
              <a:buNone/>
              <a:defRPr>
                <a:solidFill>
                  <a:schemeClr val="accent2"/>
                </a:solidFill>
              </a:defRPr>
            </a:lvl5pPr>
            <a:lvl6pPr lvl="5">
              <a:spcBef>
                <a:spcPts val="0"/>
              </a:spcBef>
              <a:spcAft>
                <a:spcPts val="0"/>
              </a:spcAft>
              <a:buClr>
                <a:schemeClr val="accent2"/>
              </a:buClr>
              <a:buSzPts val="1400"/>
              <a:buNone/>
              <a:defRPr>
                <a:solidFill>
                  <a:schemeClr val="accent2"/>
                </a:solidFill>
              </a:defRPr>
            </a:lvl6pPr>
            <a:lvl7pPr lvl="6">
              <a:spcBef>
                <a:spcPts val="0"/>
              </a:spcBef>
              <a:spcAft>
                <a:spcPts val="0"/>
              </a:spcAft>
              <a:buClr>
                <a:schemeClr val="accent2"/>
              </a:buClr>
              <a:buSzPts val="1400"/>
              <a:buNone/>
              <a:defRPr>
                <a:solidFill>
                  <a:schemeClr val="accent2"/>
                </a:solidFill>
              </a:defRPr>
            </a:lvl7pPr>
            <a:lvl8pPr lvl="7">
              <a:spcBef>
                <a:spcPts val="0"/>
              </a:spcBef>
              <a:spcAft>
                <a:spcPts val="0"/>
              </a:spcAft>
              <a:buClr>
                <a:schemeClr val="accent2"/>
              </a:buClr>
              <a:buSzPts val="1400"/>
              <a:buNone/>
              <a:defRPr>
                <a:solidFill>
                  <a:schemeClr val="accent2"/>
                </a:solidFill>
              </a:defRPr>
            </a:lvl8pPr>
            <a:lvl9pPr lvl="8">
              <a:spcBef>
                <a:spcPts val="0"/>
              </a:spcBef>
              <a:spcAft>
                <a:spcPts val="0"/>
              </a:spcAft>
              <a:buClr>
                <a:schemeClr val="accent2"/>
              </a:buClr>
              <a:buSzPts val="1400"/>
              <a:buNone/>
              <a:defRPr>
                <a:solidFill>
                  <a:schemeClr val="accent2"/>
                </a:solidFill>
              </a:defRPr>
            </a:lvl9pPr>
          </a:lstStyle>
          <a:p/>
        </p:txBody>
      </p:sp>
      <p:sp>
        <p:nvSpPr>
          <p:cNvPr id="219" name="Google Shape;219;p37"/>
          <p:cNvSpPr/>
          <p:nvPr>
            <p:ph idx="7" type="pic"/>
          </p:nvPr>
        </p:nvSpPr>
        <p:spPr>
          <a:xfrm>
            <a:off x="3205625" y="423875"/>
            <a:ext cx="422400" cy="422400"/>
          </a:xfrm>
          <a:prstGeom prst="ellipse">
            <a:avLst/>
          </a:prstGeom>
          <a:noFill/>
          <a:ln>
            <a:noFill/>
          </a:ln>
        </p:spPr>
      </p:sp>
      <p:sp>
        <p:nvSpPr>
          <p:cNvPr id="220" name="Google Shape;220;p37"/>
          <p:cNvSpPr/>
          <p:nvPr>
            <p:ph idx="8" type="pic"/>
          </p:nvPr>
        </p:nvSpPr>
        <p:spPr>
          <a:xfrm>
            <a:off x="6063675" y="423875"/>
            <a:ext cx="422400" cy="422400"/>
          </a:xfrm>
          <a:prstGeom prst="ellipse">
            <a:avLst/>
          </a:prstGeom>
          <a:noFill/>
          <a:ln>
            <a:noFill/>
          </a:ln>
        </p:spPr>
      </p:sp>
      <p:sp>
        <p:nvSpPr>
          <p:cNvPr id="221" name="Google Shape;221;p37"/>
          <p:cNvSpPr/>
          <p:nvPr>
            <p:ph idx="9" type="pic"/>
          </p:nvPr>
        </p:nvSpPr>
        <p:spPr>
          <a:xfrm>
            <a:off x="3205625" y="1653438"/>
            <a:ext cx="422400" cy="422400"/>
          </a:xfrm>
          <a:prstGeom prst="ellipse">
            <a:avLst/>
          </a:prstGeom>
          <a:noFill/>
          <a:ln>
            <a:noFill/>
          </a:ln>
        </p:spPr>
      </p:sp>
      <p:sp>
        <p:nvSpPr>
          <p:cNvPr id="222" name="Google Shape;222;p37"/>
          <p:cNvSpPr/>
          <p:nvPr>
            <p:ph idx="13" type="pic"/>
          </p:nvPr>
        </p:nvSpPr>
        <p:spPr>
          <a:xfrm>
            <a:off x="6063675" y="1653438"/>
            <a:ext cx="422400" cy="422400"/>
          </a:xfrm>
          <a:prstGeom prst="ellipse">
            <a:avLst/>
          </a:prstGeom>
          <a:noFill/>
          <a:ln>
            <a:noFill/>
          </a:ln>
        </p:spPr>
      </p:sp>
      <p:sp>
        <p:nvSpPr>
          <p:cNvPr id="223" name="Google Shape;223;p37"/>
          <p:cNvSpPr/>
          <p:nvPr>
            <p:ph idx="14" type="pic"/>
          </p:nvPr>
        </p:nvSpPr>
        <p:spPr>
          <a:xfrm>
            <a:off x="3205625" y="2881163"/>
            <a:ext cx="422400" cy="422400"/>
          </a:xfrm>
          <a:prstGeom prst="ellipse">
            <a:avLst/>
          </a:prstGeom>
          <a:noFill/>
          <a:ln>
            <a:noFill/>
          </a:ln>
        </p:spPr>
      </p:sp>
      <p:sp>
        <p:nvSpPr>
          <p:cNvPr id="224" name="Google Shape;224;p37"/>
          <p:cNvSpPr/>
          <p:nvPr>
            <p:ph idx="15" type="pic"/>
          </p:nvPr>
        </p:nvSpPr>
        <p:spPr>
          <a:xfrm>
            <a:off x="6063675" y="2881163"/>
            <a:ext cx="422400" cy="422400"/>
          </a:xfrm>
          <a:prstGeom prst="ellipse">
            <a:avLst/>
          </a:prstGeom>
          <a:noFill/>
          <a:ln>
            <a:noFill/>
          </a:ln>
        </p:spPr>
      </p:sp>
      <p:sp>
        <p:nvSpPr>
          <p:cNvPr id="225" name="Google Shape;225;p37"/>
          <p:cNvSpPr txBox="1"/>
          <p:nvPr>
            <p:ph idx="16" type="title"/>
          </p:nvPr>
        </p:nvSpPr>
        <p:spPr>
          <a:xfrm>
            <a:off x="6564350" y="327150"/>
            <a:ext cx="2009100" cy="4224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400"/>
              <a:buFont typeface="Albert Sans"/>
              <a:buNone/>
              <a:defRPr b="1" sz="1400">
                <a:solidFill>
                  <a:schemeClr val="dk2"/>
                </a:solidFill>
                <a:latin typeface="Albert Sans"/>
                <a:ea typeface="Albert Sans"/>
                <a:cs typeface="Albert Sans"/>
                <a:sym typeface="Albert Sans"/>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226" name="Google Shape;226;p37"/>
          <p:cNvSpPr txBox="1"/>
          <p:nvPr>
            <p:ph idx="17" type="title"/>
          </p:nvPr>
        </p:nvSpPr>
        <p:spPr>
          <a:xfrm>
            <a:off x="3706300" y="1554125"/>
            <a:ext cx="2009100" cy="4224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400"/>
              <a:buFont typeface="Albert Sans"/>
              <a:buNone/>
              <a:defRPr b="1" sz="1400">
                <a:solidFill>
                  <a:schemeClr val="dk2"/>
                </a:solidFill>
                <a:latin typeface="Albert Sans"/>
                <a:ea typeface="Albert Sans"/>
                <a:cs typeface="Albert Sans"/>
                <a:sym typeface="Albert Sans"/>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227" name="Google Shape;227;p37"/>
          <p:cNvSpPr txBox="1"/>
          <p:nvPr>
            <p:ph idx="18" type="title"/>
          </p:nvPr>
        </p:nvSpPr>
        <p:spPr>
          <a:xfrm>
            <a:off x="6564350" y="1554125"/>
            <a:ext cx="2009100" cy="4224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400"/>
              <a:buFont typeface="Albert Sans"/>
              <a:buNone/>
              <a:defRPr b="1" sz="1400">
                <a:solidFill>
                  <a:schemeClr val="dk2"/>
                </a:solidFill>
                <a:latin typeface="Albert Sans"/>
                <a:ea typeface="Albert Sans"/>
                <a:cs typeface="Albert Sans"/>
                <a:sym typeface="Albert Sans"/>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228" name="Google Shape;228;p37"/>
          <p:cNvSpPr txBox="1"/>
          <p:nvPr>
            <p:ph idx="19" type="title"/>
          </p:nvPr>
        </p:nvSpPr>
        <p:spPr>
          <a:xfrm>
            <a:off x="3706300" y="2781100"/>
            <a:ext cx="2009100" cy="4224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400"/>
              <a:buFont typeface="Albert Sans"/>
              <a:buNone/>
              <a:defRPr b="1" sz="1400">
                <a:solidFill>
                  <a:schemeClr val="dk2"/>
                </a:solidFill>
                <a:latin typeface="Albert Sans"/>
                <a:ea typeface="Albert Sans"/>
                <a:cs typeface="Albert Sans"/>
                <a:sym typeface="Albert Sans"/>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229" name="Google Shape;229;p37"/>
          <p:cNvSpPr txBox="1"/>
          <p:nvPr>
            <p:ph idx="20" type="title"/>
          </p:nvPr>
        </p:nvSpPr>
        <p:spPr>
          <a:xfrm>
            <a:off x="6564350" y="2781100"/>
            <a:ext cx="2009100" cy="4224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400"/>
              <a:buFont typeface="Albert Sans"/>
              <a:buNone/>
              <a:defRPr b="1" sz="1400">
                <a:solidFill>
                  <a:schemeClr val="dk2"/>
                </a:solidFill>
                <a:latin typeface="Albert Sans"/>
                <a:ea typeface="Albert Sans"/>
                <a:cs typeface="Albert Sans"/>
                <a:sym typeface="Albert Sans"/>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230" name="Google Shape;230;p37"/>
          <p:cNvSpPr txBox="1"/>
          <p:nvPr>
            <p:ph idx="21" type="body"/>
          </p:nvPr>
        </p:nvSpPr>
        <p:spPr>
          <a:xfrm>
            <a:off x="3706300" y="1810914"/>
            <a:ext cx="2237400" cy="6411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dk2"/>
              </a:buClr>
              <a:buSzPts val="1000"/>
              <a:buFont typeface="Albert Sans"/>
              <a:buChar char="●"/>
              <a:defRPr sz="1000" u="none">
                <a:solidFill>
                  <a:schemeClr val="dk2"/>
                </a:solidFill>
              </a:defRPr>
            </a:lvl1pPr>
            <a:lvl2pPr indent="-292100" lvl="1" marL="914400">
              <a:spcBef>
                <a:spcPts val="0"/>
              </a:spcBef>
              <a:spcAft>
                <a:spcPts val="0"/>
              </a:spcAft>
              <a:buClr>
                <a:schemeClr val="dk2"/>
              </a:buClr>
              <a:buSzPts val="1000"/>
              <a:buFont typeface="Albert Sans"/>
              <a:buChar char="○"/>
              <a:defRPr sz="1000" u="none">
                <a:solidFill>
                  <a:schemeClr val="dk2"/>
                </a:solidFill>
              </a:defRPr>
            </a:lvl2pPr>
            <a:lvl3pPr indent="-292100" lvl="2" marL="1371600">
              <a:spcBef>
                <a:spcPts val="0"/>
              </a:spcBef>
              <a:spcAft>
                <a:spcPts val="0"/>
              </a:spcAft>
              <a:buClr>
                <a:schemeClr val="dk2"/>
              </a:buClr>
              <a:buSzPts val="1000"/>
              <a:buFont typeface="Albert Sans"/>
              <a:buChar char="■"/>
              <a:defRPr sz="1000" u="none">
                <a:solidFill>
                  <a:schemeClr val="dk2"/>
                </a:solidFill>
              </a:defRPr>
            </a:lvl3pPr>
            <a:lvl4pPr indent="-292100" lvl="3" marL="1828800">
              <a:spcBef>
                <a:spcPts val="0"/>
              </a:spcBef>
              <a:spcAft>
                <a:spcPts val="0"/>
              </a:spcAft>
              <a:buClr>
                <a:schemeClr val="dk2"/>
              </a:buClr>
              <a:buSzPts val="1000"/>
              <a:buFont typeface="Albert Sans"/>
              <a:buChar char="●"/>
              <a:defRPr sz="1000" u="none">
                <a:solidFill>
                  <a:schemeClr val="dk2"/>
                </a:solidFill>
              </a:defRPr>
            </a:lvl4pPr>
            <a:lvl5pPr indent="-292100" lvl="4" marL="2286000">
              <a:spcBef>
                <a:spcPts val="0"/>
              </a:spcBef>
              <a:spcAft>
                <a:spcPts val="0"/>
              </a:spcAft>
              <a:buClr>
                <a:schemeClr val="dk2"/>
              </a:buClr>
              <a:buSzPts val="1000"/>
              <a:buFont typeface="Albert Sans"/>
              <a:buChar char="○"/>
              <a:defRPr sz="1000" u="none">
                <a:solidFill>
                  <a:schemeClr val="dk2"/>
                </a:solidFill>
              </a:defRPr>
            </a:lvl5pPr>
            <a:lvl6pPr indent="-292100" lvl="5" marL="2743200">
              <a:spcBef>
                <a:spcPts val="0"/>
              </a:spcBef>
              <a:spcAft>
                <a:spcPts val="0"/>
              </a:spcAft>
              <a:buClr>
                <a:schemeClr val="dk2"/>
              </a:buClr>
              <a:buSzPts val="1000"/>
              <a:buFont typeface="Albert Sans"/>
              <a:buChar char="■"/>
              <a:defRPr sz="1000" u="none">
                <a:solidFill>
                  <a:schemeClr val="dk2"/>
                </a:solidFill>
              </a:defRPr>
            </a:lvl6pPr>
            <a:lvl7pPr indent="-292100" lvl="6" marL="3200400">
              <a:spcBef>
                <a:spcPts val="0"/>
              </a:spcBef>
              <a:spcAft>
                <a:spcPts val="0"/>
              </a:spcAft>
              <a:buClr>
                <a:schemeClr val="dk2"/>
              </a:buClr>
              <a:buSzPts val="1000"/>
              <a:buFont typeface="Albert Sans"/>
              <a:buChar char="●"/>
              <a:defRPr sz="1000" u="none">
                <a:solidFill>
                  <a:schemeClr val="dk2"/>
                </a:solidFill>
              </a:defRPr>
            </a:lvl7pPr>
            <a:lvl8pPr indent="-292100" lvl="7" marL="3657600">
              <a:spcBef>
                <a:spcPts val="0"/>
              </a:spcBef>
              <a:spcAft>
                <a:spcPts val="0"/>
              </a:spcAft>
              <a:buClr>
                <a:schemeClr val="dk2"/>
              </a:buClr>
              <a:buSzPts val="1000"/>
              <a:buFont typeface="Albert Sans"/>
              <a:buChar char="○"/>
              <a:defRPr sz="1000" u="none">
                <a:solidFill>
                  <a:schemeClr val="dk2"/>
                </a:solidFill>
              </a:defRPr>
            </a:lvl8pPr>
            <a:lvl9pPr indent="-292100" lvl="8" marL="4114800">
              <a:spcBef>
                <a:spcPts val="0"/>
              </a:spcBef>
              <a:spcAft>
                <a:spcPts val="0"/>
              </a:spcAft>
              <a:buClr>
                <a:schemeClr val="dk2"/>
              </a:buClr>
              <a:buSzPts val="1000"/>
              <a:buFont typeface="Albert Sans"/>
              <a:buChar char="■"/>
              <a:defRPr sz="1000" u="none">
                <a:solidFill>
                  <a:schemeClr val="dk2"/>
                </a:solidFill>
              </a:defRPr>
            </a:lvl9pPr>
          </a:lstStyle>
          <a:p/>
        </p:txBody>
      </p:sp>
      <p:sp>
        <p:nvSpPr>
          <p:cNvPr id="231" name="Google Shape;231;p37"/>
          <p:cNvSpPr txBox="1"/>
          <p:nvPr>
            <p:ph idx="22" type="body"/>
          </p:nvPr>
        </p:nvSpPr>
        <p:spPr>
          <a:xfrm>
            <a:off x="3706300" y="3038996"/>
            <a:ext cx="2237400" cy="6411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dk2"/>
              </a:buClr>
              <a:buSzPts val="1000"/>
              <a:buFont typeface="Albert Sans"/>
              <a:buChar char="●"/>
              <a:defRPr sz="1000" u="none">
                <a:solidFill>
                  <a:schemeClr val="dk2"/>
                </a:solidFill>
              </a:defRPr>
            </a:lvl1pPr>
            <a:lvl2pPr indent="-292100" lvl="1" marL="914400">
              <a:spcBef>
                <a:spcPts val="0"/>
              </a:spcBef>
              <a:spcAft>
                <a:spcPts val="0"/>
              </a:spcAft>
              <a:buClr>
                <a:schemeClr val="dk2"/>
              </a:buClr>
              <a:buSzPts val="1000"/>
              <a:buFont typeface="Albert Sans"/>
              <a:buChar char="○"/>
              <a:defRPr sz="1000" u="none">
                <a:solidFill>
                  <a:schemeClr val="dk2"/>
                </a:solidFill>
              </a:defRPr>
            </a:lvl2pPr>
            <a:lvl3pPr indent="-292100" lvl="2" marL="1371600">
              <a:spcBef>
                <a:spcPts val="0"/>
              </a:spcBef>
              <a:spcAft>
                <a:spcPts val="0"/>
              </a:spcAft>
              <a:buClr>
                <a:schemeClr val="dk2"/>
              </a:buClr>
              <a:buSzPts val="1000"/>
              <a:buFont typeface="Albert Sans"/>
              <a:buChar char="■"/>
              <a:defRPr sz="1000" u="none">
                <a:solidFill>
                  <a:schemeClr val="dk2"/>
                </a:solidFill>
              </a:defRPr>
            </a:lvl3pPr>
            <a:lvl4pPr indent="-292100" lvl="3" marL="1828800">
              <a:spcBef>
                <a:spcPts val="0"/>
              </a:spcBef>
              <a:spcAft>
                <a:spcPts val="0"/>
              </a:spcAft>
              <a:buClr>
                <a:schemeClr val="dk2"/>
              </a:buClr>
              <a:buSzPts val="1000"/>
              <a:buFont typeface="Albert Sans"/>
              <a:buChar char="●"/>
              <a:defRPr sz="1000" u="none">
                <a:solidFill>
                  <a:schemeClr val="dk2"/>
                </a:solidFill>
              </a:defRPr>
            </a:lvl4pPr>
            <a:lvl5pPr indent="-292100" lvl="4" marL="2286000">
              <a:spcBef>
                <a:spcPts val="0"/>
              </a:spcBef>
              <a:spcAft>
                <a:spcPts val="0"/>
              </a:spcAft>
              <a:buClr>
                <a:schemeClr val="dk2"/>
              </a:buClr>
              <a:buSzPts val="1000"/>
              <a:buFont typeface="Albert Sans"/>
              <a:buChar char="○"/>
              <a:defRPr sz="1000" u="none">
                <a:solidFill>
                  <a:schemeClr val="dk2"/>
                </a:solidFill>
              </a:defRPr>
            </a:lvl5pPr>
            <a:lvl6pPr indent="-292100" lvl="5" marL="2743200">
              <a:spcBef>
                <a:spcPts val="0"/>
              </a:spcBef>
              <a:spcAft>
                <a:spcPts val="0"/>
              </a:spcAft>
              <a:buClr>
                <a:schemeClr val="dk2"/>
              </a:buClr>
              <a:buSzPts val="1000"/>
              <a:buFont typeface="Albert Sans"/>
              <a:buChar char="■"/>
              <a:defRPr sz="1000" u="none">
                <a:solidFill>
                  <a:schemeClr val="dk2"/>
                </a:solidFill>
              </a:defRPr>
            </a:lvl6pPr>
            <a:lvl7pPr indent="-292100" lvl="6" marL="3200400">
              <a:spcBef>
                <a:spcPts val="0"/>
              </a:spcBef>
              <a:spcAft>
                <a:spcPts val="0"/>
              </a:spcAft>
              <a:buClr>
                <a:schemeClr val="dk2"/>
              </a:buClr>
              <a:buSzPts val="1000"/>
              <a:buFont typeface="Albert Sans"/>
              <a:buChar char="●"/>
              <a:defRPr sz="1000" u="none">
                <a:solidFill>
                  <a:schemeClr val="dk2"/>
                </a:solidFill>
              </a:defRPr>
            </a:lvl7pPr>
            <a:lvl8pPr indent="-292100" lvl="7" marL="3657600">
              <a:spcBef>
                <a:spcPts val="0"/>
              </a:spcBef>
              <a:spcAft>
                <a:spcPts val="0"/>
              </a:spcAft>
              <a:buClr>
                <a:schemeClr val="dk2"/>
              </a:buClr>
              <a:buSzPts val="1000"/>
              <a:buFont typeface="Albert Sans"/>
              <a:buChar char="○"/>
              <a:defRPr sz="1000" u="none">
                <a:solidFill>
                  <a:schemeClr val="dk2"/>
                </a:solidFill>
              </a:defRPr>
            </a:lvl8pPr>
            <a:lvl9pPr indent="-292100" lvl="8" marL="4114800">
              <a:spcBef>
                <a:spcPts val="0"/>
              </a:spcBef>
              <a:spcAft>
                <a:spcPts val="0"/>
              </a:spcAft>
              <a:buClr>
                <a:schemeClr val="dk2"/>
              </a:buClr>
              <a:buSzPts val="1000"/>
              <a:buFont typeface="Albert Sans"/>
              <a:buChar char="■"/>
              <a:defRPr sz="1000" u="none">
                <a:solidFill>
                  <a:schemeClr val="dk2"/>
                </a:solidFill>
              </a:defRPr>
            </a:lvl9pPr>
          </a:lstStyle>
          <a:p/>
        </p:txBody>
      </p:sp>
      <p:sp>
        <p:nvSpPr>
          <p:cNvPr id="232" name="Google Shape;232;p37"/>
          <p:cNvSpPr/>
          <p:nvPr>
            <p:ph idx="23" type="pic"/>
          </p:nvPr>
        </p:nvSpPr>
        <p:spPr>
          <a:xfrm>
            <a:off x="8596800" y="223475"/>
            <a:ext cx="318600" cy="318600"/>
          </a:xfrm>
          <a:prstGeom prst="ellipse">
            <a:avLst/>
          </a:prstGeom>
          <a:noFill/>
          <a:ln>
            <a:noFill/>
          </a:ln>
        </p:spPr>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lumn Content">
  <p:cSld name="CUSTOM_15">
    <p:bg>
      <p:bgPr>
        <a:solidFill>
          <a:schemeClr val="lt1"/>
        </a:solidFill>
      </p:bgPr>
    </p:bg>
    <p:spTree>
      <p:nvGrpSpPr>
        <p:cNvPr id="233" name="Shape 233"/>
        <p:cNvGrpSpPr/>
        <p:nvPr/>
      </p:nvGrpSpPr>
      <p:grpSpPr>
        <a:xfrm>
          <a:off x="0" y="0"/>
          <a:ext cx="0" cy="0"/>
          <a:chOff x="0" y="0"/>
          <a:chExt cx="0" cy="0"/>
        </a:xfrm>
      </p:grpSpPr>
      <p:sp>
        <p:nvSpPr>
          <p:cNvPr id="234" name="Google Shape;234;p38"/>
          <p:cNvSpPr/>
          <p:nvPr/>
        </p:nvSpPr>
        <p:spPr>
          <a:xfrm rot="5400000">
            <a:off x="4342200" y="341250"/>
            <a:ext cx="4914900" cy="4460100"/>
          </a:xfrm>
          <a:prstGeom prst="round2SameRect">
            <a:avLst>
              <a:gd fmla="val 3491" name="adj1"/>
              <a:gd fmla="val 0" name="adj2"/>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38"/>
          <p:cNvSpPr txBox="1"/>
          <p:nvPr>
            <p:ph type="title"/>
          </p:nvPr>
        </p:nvSpPr>
        <p:spPr>
          <a:xfrm>
            <a:off x="932850" y="730375"/>
            <a:ext cx="3280800" cy="21033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Clr>
                <a:schemeClr val="dk2"/>
              </a:buClr>
              <a:buSzPts val="6000"/>
              <a:buFont typeface="Albert Sans"/>
              <a:buNone/>
              <a:defRPr sz="6000">
                <a:solidFill>
                  <a:schemeClr val="dk2"/>
                </a:solidFill>
                <a:latin typeface="Albert Sans"/>
                <a:ea typeface="Albert Sans"/>
                <a:cs typeface="Albert Sans"/>
                <a:sym typeface="Albert Sans"/>
              </a:defRPr>
            </a:lvl1pPr>
            <a:lvl2pPr lvl="1">
              <a:lnSpc>
                <a:spcPct val="80000"/>
              </a:lnSpc>
              <a:spcBef>
                <a:spcPts val="0"/>
              </a:spcBef>
              <a:spcAft>
                <a:spcPts val="0"/>
              </a:spcAft>
              <a:buClr>
                <a:schemeClr val="dk2"/>
              </a:buClr>
              <a:buSzPts val="6000"/>
              <a:buFont typeface="Albert Sans"/>
              <a:buNone/>
              <a:defRPr sz="6000">
                <a:solidFill>
                  <a:schemeClr val="dk2"/>
                </a:solidFill>
                <a:latin typeface="Albert Sans"/>
                <a:ea typeface="Albert Sans"/>
                <a:cs typeface="Albert Sans"/>
                <a:sym typeface="Albert Sans"/>
              </a:defRPr>
            </a:lvl2pPr>
            <a:lvl3pPr lvl="2">
              <a:lnSpc>
                <a:spcPct val="80000"/>
              </a:lnSpc>
              <a:spcBef>
                <a:spcPts val="0"/>
              </a:spcBef>
              <a:spcAft>
                <a:spcPts val="0"/>
              </a:spcAft>
              <a:buClr>
                <a:schemeClr val="dk2"/>
              </a:buClr>
              <a:buSzPts val="6000"/>
              <a:buFont typeface="Albert Sans"/>
              <a:buNone/>
              <a:defRPr sz="6000">
                <a:solidFill>
                  <a:schemeClr val="dk2"/>
                </a:solidFill>
                <a:latin typeface="Albert Sans"/>
                <a:ea typeface="Albert Sans"/>
                <a:cs typeface="Albert Sans"/>
                <a:sym typeface="Albert Sans"/>
              </a:defRPr>
            </a:lvl3pPr>
            <a:lvl4pPr lvl="3">
              <a:lnSpc>
                <a:spcPct val="80000"/>
              </a:lnSpc>
              <a:spcBef>
                <a:spcPts val="0"/>
              </a:spcBef>
              <a:spcAft>
                <a:spcPts val="0"/>
              </a:spcAft>
              <a:buClr>
                <a:schemeClr val="dk2"/>
              </a:buClr>
              <a:buSzPts val="6000"/>
              <a:buFont typeface="Albert Sans"/>
              <a:buNone/>
              <a:defRPr sz="6000">
                <a:solidFill>
                  <a:schemeClr val="dk2"/>
                </a:solidFill>
                <a:latin typeface="Albert Sans"/>
                <a:ea typeface="Albert Sans"/>
                <a:cs typeface="Albert Sans"/>
                <a:sym typeface="Albert Sans"/>
              </a:defRPr>
            </a:lvl4pPr>
            <a:lvl5pPr lvl="4">
              <a:lnSpc>
                <a:spcPct val="80000"/>
              </a:lnSpc>
              <a:spcBef>
                <a:spcPts val="0"/>
              </a:spcBef>
              <a:spcAft>
                <a:spcPts val="0"/>
              </a:spcAft>
              <a:buClr>
                <a:schemeClr val="dk2"/>
              </a:buClr>
              <a:buSzPts val="6000"/>
              <a:buFont typeface="Albert Sans"/>
              <a:buNone/>
              <a:defRPr sz="6000">
                <a:solidFill>
                  <a:schemeClr val="dk2"/>
                </a:solidFill>
                <a:latin typeface="Albert Sans"/>
                <a:ea typeface="Albert Sans"/>
                <a:cs typeface="Albert Sans"/>
                <a:sym typeface="Albert Sans"/>
              </a:defRPr>
            </a:lvl5pPr>
            <a:lvl6pPr lvl="5">
              <a:lnSpc>
                <a:spcPct val="80000"/>
              </a:lnSpc>
              <a:spcBef>
                <a:spcPts val="0"/>
              </a:spcBef>
              <a:spcAft>
                <a:spcPts val="0"/>
              </a:spcAft>
              <a:buClr>
                <a:schemeClr val="dk2"/>
              </a:buClr>
              <a:buSzPts val="6000"/>
              <a:buFont typeface="Albert Sans"/>
              <a:buNone/>
              <a:defRPr sz="6000">
                <a:solidFill>
                  <a:schemeClr val="dk2"/>
                </a:solidFill>
                <a:latin typeface="Albert Sans"/>
                <a:ea typeface="Albert Sans"/>
                <a:cs typeface="Albert Sans"/>
                <a:sym typeface="Albert Sans"/>
              </a:defRPr>
            </a:lvl6pPr>
            <a:lvl7pPr lvl="6">
              <a:lnSpc>
                <a:spcPct val="80000"/>
              </a:lnSpc>
              <a:spcBef>
                <a:spcPts val="0"/>
              </a:spcBef>
              <a:spcAft>
                <a:spcPts val="0"/>
              </a:spcAft>
              <a:buClr>
                <a:schemeClr val="dk2"/>
              </a:buClr>
              <a:buSzPts val="6000"/>
              <a:buFont typeface="Albert Sans"/>
              <a:buNone/>
              <a:defRPr sz="6000">
                <a:solidFill>
                  <a:schemeClr val="dk2"/>
                </a:solidFill>
                <a:latin typeface="Albert Sans"/>
                <a:ea typeface="Albert Sans"/>
                <a:cs typeface="Albert Sans"/>
                <a:sym typeface="Albert Sans"/>
              </a:defRPr>
            </a:lvl7pPr>
            <a:lvl8pPr lvl="7">
              <a:lnSpc>
                <a:spcPct val="80000"/>
              </a:lnSpc>
              <a:spcBef>
                <a:spcPts val="0"/>
              </a:spcBef>
              <a:spcAft>
                <a:spcPts val="0"/>
              </a:spcAft>
              <a:buClr>
                <a:schemeClr val="dk2"/>
              </a:buClr>
              <a:buSzPts val="6000"/>
              <a:buFont typeface="Albert Sans"/>
              <a:buNone/>
              <a:defRPr sz="6000">
                <a:solidFill>
                  <a:schemeClr val="dk2"/>
                </a:solidFill>
                <a:latin typeface="Albert Sans"/>
                <a:ea typeface="Albert Sans"/>
                <a:cs typeface="Albert Sans"/>
                <a:sym typeface="Albert Sans"/>
              </a:defRPr>
            </a:lvl8pPr>
            <a:lvl9pPr lvl="8">
              <a:lnSpc>
                <a:spcPct val="80000"/>
              </a:lnSpc>
              <a:spcBef>
                <a:spcPts val="0"/>
              </a:spcBef>
              <a:spcAft>
                <a:spcPts val="0"/>
              </a:spcAft>
              <a:buClr>
                <a:schemeClr val="dk2"/>
              </a:buClr>
              <a:buSzPts val="6000"/>
              <a:buFont typeface="Albert Sans"/>
              <a:buNone/>
              <a:defRPr sz="6000">
                <a:solidFill>
                  <a:schemeClr val="dk2"/>
                </a:solidFill>
                <a:latin typeface="Albert Sans"/>
                <a:ea typeface="Albert Sans"/>
                <a:cs typeface="Albert Sans"/>
                <a:sym typeface="Albert Sans"/>
              </a:defRPr>
            </a:lvl9pPr>
          </a:lstStyle>
          <a:p/>
        </p:txBody>
      </p:sp>
      <p:sp>
        <p:nvSpPr>
          <p:cNvPr id="236" name="Google Shape;236;p38"/>
          <p:cNvSpPr txBox="1"/>
          <p:nvPr>
            <p:ph idx="1" type="subTitle"/>
          </p:nvPr>
        </p:nvSpPr>
        <p:spPr>
          <a:xfrm>
            <a:off x="5233275" y="763675"/>
            <a:ext cx="3503700" cy="36405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2400"/>
              <a:buFont typeface="Nanum Myeongjo"/>
              <a:buNone/>
              <a:defRPr b="0" sz="2400">
                <a:solidFill>
                  <a:schemeClr val="dk2"/>
                </a:solidFill>
                <a:latin typeface="Nanum Myeongjo"/>
                <a:ea typeface="Nanum Myeongjo"/>
                <a:cs typeface="Nanum Myeongjo"/>
                <a:sym typeface="Nanum Myeongjo"/>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7" name="Google Shape;237;p38"/>
          <p:cNvSpPr txBox="1"/>
          <p:nvPr>
            <p:ph idx="2" type="subTitle"/>
          </p:nvPr>
        </p:nvSpPr>
        <p:spPr>
          <a:xfrm>
            <a:off x="955350" y="2928709"/>
            <a:ext cx="2844900" cy="15687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400"/>
              <a:buNone/>
              <a:defRPr b="0">
                <a:solidFill>
                  <a:schemeClr val="dk2"/>
                </a:solidFill>
              </a:defRPr>
            </a:lvl1pPr>
            <a:lvl2pPr lvl="1">
              <a:spcBef>
                <a:spcPts val="0"/>
              </a:spcBef>
              <a:spcAft>
                <a:spcPts val="0"/>
              </a:spcAft>
              <a:buClr>
                <a:schemeClr val="dk2"/>
              </a:buClr>
              <a:buSzPts val="1400"/>
              <a:buFont typeface="Albert Sans"/>
              <a:buNone/>
              <a:defRPr>
                <a:solidFill>
                  <a:schemeClr val="dk2"/>
                </a:solidFill>
              </a:defRPr>
            </a:lvl2pPr>
            <a:lvl3pPr lvl="2">
              <a:spcBef>
                <a:spcPts val="0"/>
              </a:spcBef>
              <a:spcAft>
                <a:spcPts val="0"/>
              </a:spcAft>
              <a:buClr>
                <a:schemeClr val="dk2"/>
              </a:buClr>
              <a:buSzPts val="1400"/>
              <a:buFont typeface="Albert Sans"/>
              <a:buNone/>
              <a:defRPr>
                <a:solidFill>
                  <a:schemeClr val="dk2"/>
                </a:solidFill>
              </a:defRPr>
            </a:lvl3pPr>
            <a:lvl4pPr lvl="3">
              <a:spcBef>
                <a:spcPts val="0"/>
              </a:spcBef>
              <a:spcAft>
                <a:spcPts val="0"/>
              </a:spcAft>
              <a:buClr>
                <a:schemeClr val="dk2"/>
              </a:buClr>
              <a:buSzPts val="1400"/>
              <a:buFont typeface="Albert Sans"/>
              <a:buNone/>
              <a:defRPr>
                <a:solidFill>
                  <a:schemeClr val="dk2"/>
                </a:solidFill>
              </a:defRPr>
            </a:lvl4pPr>
            <a:lvl5pPr lvl="4">
              <a:spcBef>
                <a:spcPts val="0"/>
              </a:spcBef>
              <a:spcAft>
                <a:spcPts val="0"/>
              </a:spcAft>
              <a:buClr>
                <a:schemeClr val="dk2"/>
              </a:buClr>
              <a:buSzPts val="1400"/>
              <a:buFont typeface="Albert Sans"/>
              <a:buNone/>
              <a:defRPr>
                <a:solidFill>
                  <a:schemeClr val="dk2"/>
                </a:solidFill>
              </a:defRPr>
            </a:lvl5pPr>
            <a:lvl6pPr lvl="5">
              <a:spcBef>
                <a:spcPts val="0"/>
              </a:spcBef>
              <a:spcAft>
                <a:spcPts val="0"/>
              </a:spcAft>
              <a:buClr>
                <a:schemeClr val="dk2"/>
              </a:buClr>
              <a:buSzPts val="1400"/>
              <a:buFont typeface="Albert Sans"/>
              <a:buNone/>
              <a:defRPr>
                <a:solidFill>
                  <a:schemeClr val="dk2"/>
                </a:solidFill>
              </a:defRPr>
            </a:lvl6pPr>
            <a:lvl7pPr lvl="6">
              <a:spcBef>
                <a:spcPts val="0"/>
              </a:spcBef>
              <a:spcAft>
                <a:spcPts val="0"/>
              </a:spcAft>
              <a:buClr>
                <a:schemeClr val="dk2"/>
              </a:buClr>
              <a:buSzPts val="1400"/>
              <a:buFont typeface="Albert Sans"/>
              <a:buNone/>
              <a:defRPr>
                <a:solidFill>
                  <a:schemeClr val="dk2"/>
                </a:solidFill>
              </a:defRPr>
            </a:lvl7pPr>
            <a:lvl8pPr lvl="7">
              <a:spcBef>
                <a:spcPts val="0"/>
              </a:spcBef>
              <a:spcAft>
                <a:spcPts val="0"/>
              </a:spcAft>
              <a:buClr>
                <a:schemeClr val="dk2"/>
              </a:buClr>
              <a:buSzPts val="1400"/>
              <a:buFont typeface="Albert Sans"/>
              <a:buNone/>
              <a:defRPr>
                <a:solidFill>
                  <a:schemeClr val="dk2"/>
                </a:solidFill>
              </a:defRPr>
            </a:lvl8pPr>
            <a:lvl9pPr lvl="8">
              <a:spcBef>
                <a:spcPts val="0"/>
              </a:spcBef>
              <a:spcAft>
                <a:spcPts val="0"/>
              </a:spcAft>
              <a:buClr>
                <a:schemeClr val="dk2"/>
              </a:buClr>
              <a:buSzPts val="1400"/>
              <a:buFont typeface="Albert Sans"/>
              <a:buNone/>
              <a:defRPr>
                <a:solidFill>
                  <a:schemeClr val="dk2"/>
                </a:solidFill>
              </a:defRPr>
            </a:lvl9pPr>
          </a:lstStyle>
          <a:p/>
        </p:txBody>
      </p:sp>
      <p:sp>
        <p:nvSpPr>
          <p:cNvPr id="238" name="Google Shape;238;p38"/>
          <p:cNvSpPr txBox="1"/>
          <p:nvPr>
            <p:ph idx="3" type="title"/>
          </p:nvPr>
        </p:nvSpPr>
        <p:spPr>
          <a:xfrm>
            <a:off x="7158725" y="4563900"/>
            <a:ext cx="1354500" cy="3936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2"/>
              </a:buClr>
              <a:buSzPts val="1000"/>
              <a:buFont typeface="Albert Sans"/>
              <a:buNone/>
              <a:defRPr sz="1000">
                <a:solidFill>
                  <a:schemeClr val="dk2"/>
                </a:solidFill>
                <a:latin typeface="Albert Sans"/>
                <a:ea typeface="Albert Sans"/>
                <a:cs typeface="Albert Sans"/>
                <a:sym typeface="Albert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9" name="Google Shape;239;p38"/>
          <p:cNvSpPr/>
          <p:nvPr>
            <p:ph idx="4" type="pic"/>
          </p:nvPr>
        </p:nvSpPr>
        <p:spPr>
          <a:xfrm>
            <a:off x="8596800" y="223475"/>
            <a:ext cx="318600" cy="318600"/>
          </a:xfrm>
          <a:prstGeom prst="ellipse">
            <a:avLst/>
          </a:prstGeom>
          <a:noFill/>
          <a:ln>
            <a:noFill/>
          </a:ln>
        </p:spPr>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ockup Phone + Desktop">
  <p:cSld name="CUSTOM_16">
    <p:bg>
      <p:bgPr>
        <a:solidFill>
          <a:schemeClr val="lt1"/>
        </a:solidFill>
      </p:bgPr>
    </p:bg>
    <p:spTree>
      <p:nvGrpSpPr>
        <p:cNvPr id="240" name="Shape 240"/>
        <p:cNvGrpSpPr/>
        <p:nvPr/>
      </p:nvGrpSpPr>
      <p:grpSpPr>
        <a:xfrm>
          <a:off x="0" y="0"/>
          <a:ext cx="0" cy="0"/>
          <a:chOff x="0" y="0"/>
          <a:chExt cx="0" cy="0"/>
        </a:xfrm>
      </p:grpSpPr>
      <p:sp>
        <p:nvSpPr>
          <p:cNvPr id="241" name="Google Shape;241;p39"/>
          <p:cNvSpPr/>
          <p:nvPr/>
        </p:nvSpPr>
        <p:spPr>
          <a:xfrm rot="5400000">
            <a:off x="3618000" y="-382950"/>
            <a:ext cx="4914900" cy="5908500"/>
          </a:xfrm>
          <a:prstGeom prst="round2SameRect">
            <a:avLst>
              <a:gd fmla="val 3196" name="adj1"/>
              <a:gd fmla="val 0" name="adj2"/>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39"/>
          <p:cNvSpPr/>
          <p:nvPr>
            <p:ph idx="2" type="pic"/>
          </p:nvPr>
        </p:nvSpPr>
        <p:spPr>
          <a:xfrm>
            <a:off x="3768625" y="934850"/>
            <a:ext cx="4630500" cy="2606700"/>
          </a:xfrm>
          <a:prstGeom prst="roundRect">
            <a:avLst>
              <a:gd fmla="val 1120" name="adj"/>
            </a:avLst>
          </a:prstGeom>
          <a:noFill/>
          <a:ln cap="flat" cmpd="sng" w="76200">
            <a:solidFill>
              <a:schemeClr val="dk2"/>
            </a:solidFill>
            <a:prstDash val="solid"/>
            <a:round/>
            <a:headEnd len="sm" w="sm" type="none"/>
            <a:tailEnd len="sm" w="sm" type="none"/>
          </a:ln>
        </p:spPr>
      </p:sp>
      <p:sp>
        <p:nvSpPr>
          <p:cNvPr id="243" name="Google Shape;243;p39"/>
          <p:cNvSpPr/>
          <p:nvPr>
            <p:ph idx="3" type="pic"/>
          </p:nvPr>
        </p:nvSpPr>
        <p:spPr>
          <a:xfrm>
            <a:off x="812850" y="867000"/>
            <a:ext cx="1614000" cy="3409500"/>
          </a:xfrm>
          <a:prstGeom prst="roundRect">
            <a:avLst>
              <a:gd fmla="val 8265" name="adj"/>
            </a:avLst>
          </a:prstGeom>
          <a:noFill/>
          <a:ln cap="flat" cmpd="sng" w="76200">
            <a:solidFill>
              <a:schemeClr val="lt1"/>
            </a:solidFill>
            <a:prstDash val="solid"/>
            <a:round/>
            <a:headEnd len="sm" w="sm" type="none"/>
            <a:tailEnd len="sm" w="sm" type="none"/>
          </a:ln>
        </p:spPr>
      </p:sp>
      <p:sp>
        <p:nvSpPr>
          <p:cNvPr id="244" name="Google Shape;244;p39"/>
          <p:cNvSpPr txBox="1"/>
          <p:nvPr>
            <p:ph type="title"/>
          </p:nvPr>
        </p:nvSpPr>
        <p:spPr>
          <a:xfrm>
            <a:off x="7158725" y="4563900"/>
            <a:ext cx="1354500" cy="3936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2"/>
              </a:buClr>
              <a:buSzPts val="1000"/>
              <a:buFont typeface="Albert Sans"/>
              <a:buNone/>
              <a:defRPr sz="1000">
                <a:solidFill>
                  <a:schemeClr val="dk2"/>
                </a:solidFill>
                <a:latin typeface="Albert Sans"/>
                <a:ea typeface="Albert Sans"/>
                <a:cs typeface="Albert Sans"/>
                <a:sym typeface="Albert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5" name="Google Shape;245;p39"/>
          <p:cNvSpPr/>
          <p:nvPr>
            <p:ph idx="4" type="pic"/>
          </p:nvPr>
        </p:nvSpPr>
        <p:spPr>
          <a:xfrm>
            <a:off x="8596800" y="223475"/>
            <a:ext cx="318600" cy="318600"/>
          </a:xfrm>
          <a:prstGeom prst="ellipse">
            <a:avLst/>
          </a:prstGeom>
          <a:noFill/>
          <a:ln>
            <a:noFill/>
          </a:ln>
        </p:spPr>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ockup Desktop">
  <p:cSld name="CUSTOM_16_2">
    <p:bg>
      <p:bgPr>
        <a:solidFill>
          <a:schemeClr val="lt1"/>
        </a:solidFill>
      </p:bgPr>
    </p:bg>
    <p:spTree>
      <p:nvGrpSpPr>
        <p:cNvPr id="246" name="Shape 246"/>
        <p:cNvGrpSpPr/>
        <p:nvPr/>
      </p:nvGrpSpPr>
      <p:grpSpPr>
        <a:xfrm>
          <a:off x="0" y="0"/>
          <a:ext cx="0" cy="0"/>
          <a:chOff x="0" y="0"/>
          <a:chExt cx="0" cy="0"/>
        </a:xfrm>
      </p:grpSpPr>
      <p:sp>
        <p:nvSpPr>
          <p:cNvPr id="247" name="Google Shape;247;p40"/>
          <p:cNvSpPr/>
          <p:nvPr/>
        </p:nvSpPr>
        <p:spPr>
          <a:xfrm rot="5400000">
            <a:off x="3618000" y="-382950"/>
            <a:ext cx="4914900" cy="5908500"/>
          </a:xfrm>
          <a:prstGeom prst="round2SameRect">
            <a:avLst>
              <a:gd fmla="val 3196" name="adj1"/>
              <a:gd fmla="val 0" name="adj2"/>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40"/>
          <p:cNvSpPr/>
          <p:nvPr/>
        </p:nvSpPr>
        <p:spPr>
          <a:xfrm rot="-5400000">
            <a:off x="-837600" y="1065750"/>
            <a:ext cx="4914900" cy="3011100"/>
          </a:xfrm>
          <a:prstGeom prst="round2SameRect">
            <a:avLst>
              <a:gd fmla="val 5256" name="adj1"/>
              <a:gd fmla="val 0" name="adj2"/>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40"/>
          <p:cNvSpPr/>
          <p:nvPr>
            <p:ph idx="2" type="pic"/>
          </p:nvPr>
        </p:nvSpPr>
        <p:spPr>
          <a:xfrm>
            <a:off x="8596800" y="223475"/>
            <a:ext cx="318600" cy="318600"/>
          </a:xfrm>
          <a:prstGeom prst="ellipse">
            <a:avLst/>
          </a:prstGeom>
          <a:noFill/>
          <a:ln>
            <a:noFill/>
          </a:ln>
        </p:spPr>
      </p:sp>
      <p:sp>
        <p:nvSpPr>
          <p:cNvPr id="250" name="Google Shape;250;p40"/>
          <p:cNvSpPr/>
          <p:nvPr>
            <p:ph idx="3" type="pic"/>
          </p:nvPr>
        </p:nvSpPr>
        <p:spPr>
          <a:xfrm>
            <a:off x="1931050" y="789375"/>
            <a:ext cx="5281800" cy="2973300"/>
          </a:xfrm>
          <a:prstGeom prst="roundRect">
            <a:avLst>
              <a:gd fmla="val 1120" name="adj"/>
            </a:avLst>
          </a:prstGeom>
          <a:noFill/>
          <a:ln cap="flat" cmpd="sng" w="76200">
            <a:solidFill>
              <a:schemeClr val="dk2"/>
            </a:solidFill>
            <a:prstDash val="solid"/>
            <a:round/>
            <a:headEnd len="sm" w="sm" type="none"/>
            <a:tailEnd len="sm" w="sm" type="none"/>
          </a:ln>
        </p:spPr>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ockup 3 Phone">
  <p:cSld name="CUSTOM_16_1">
    <p:bg>
      <p:bgPr>
        <a:solidFill>
          <a:schemeClr val="lt1"/>
        </a:solidFill>
      </p:bgPr>
    </p:bg>
    <p:spTree>
      <p:nvGrpSpPr>
        <p:cNvPr id="251" name="Shape 251"/>
        <p:cNvGrpSpPr/>
        <p:nvPr/>
      </p:nvGrpSpPr>
      <p:grpSpPr>
        <a:xfrm>
          <a:off x="0" y="0"/>
          <a:ext cx="0" cy="0"/>
          <a:chOff x="0" y="0"/>
          <a:chExt cx="0" cy="0"/>
        </a:xfrm>
      </p:grpSpPr>
      <p:sp>
        <p:nvSpPr>
          <p:cNvPr id="252" name="Google Shape;252;p41"/>
          <p:cNvSpPr/>
          <p:nvPr/>
        </p:nvSpPr>
        <p:spPr>
          <a:xfrm rot="5400000">
            <a:off x="3618000" y="-382950"/>
            <a:ext cx="4914900" cy="5908500"/>
          </a:xfrm>
          <a:prstGeom prst="round2SameRect">
            <a:avLst>
              <a:gd fmla="val 3196" name="adj1"/>
              <a:gd fmla="val 0" name="adj2"/>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41"/>
          <p:cNvSpPr/>
          <p:nvPr/>
        </p:nvSpPr>
        <p:spPr>
          <a:xfrm rot="-5400000">
            <a:off x="-837600" y="1065750"/>
            <a:ext cx="4914900" cy="3011100"/>
          </a:xfrm>
          <a:prstGeom prst="round2SameRect">
            <a:avLst>
              <a:gd fmla="val 5256" name="adj1"/>
              <a:gd fmla="val 0" name="adj2"/>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41"/>
          <p:cNvSpPr/>
          <p:nvPr>
            <p:ph idx="2" type="pic"/>
          </p:nvPr>
        </p:nvSpPr>
        <p:spPr>
          <a:xfrm>
            <a:off x="812850" y="867000"/>
            <a:ext cx="1614000" cy="3409500"/>
          </a:xfrm>
          <a:prstGeom prst="roundRect">
            <a:avLst>
              <a:gd fmla="val 8265" name="adj"/>
            </a:avLst>
          </a:prstGeom>
          <a:noFill/>
          <a:ln cap="flat" cmpd="sng" w="76200">
            <a:solidFill>
              <a:schemeClr val="lt1"/>
            </a:solidFill>
            <a:prstDash val="solid"/>
            <a:round/>
            <a:headEnd len="sm" w="sm" type="none"/>
            <a:tailEnd len="sm" w="sm" type="none"/>
          </a:ln>
        </p:spPr>
      </p:sp>
      <p:sp>
        <p:nvSpPr>
          <p:cNvPr id="255" name="Google Shape;255;p41"/>
          <p:cNvSpPr/>
          <p:nvPr>
            <p:ph idx="3" type="pic"/>
          </p:nvPr>
        </p:nvSpPr>
        <p:spPr>
          <a:xfrm>
            <a:off x="8596800" y="223475"/>
            <a:ext cx="318600" cy="318600"/>
          </a:xfrm>
          <a:prstGeom prst="ellipse">
            <a:avLst/>
          </a:prstGeom>
          <a:noFill/>
          <a:ln>
            <a:noFill/>
          </a:ln>
        </p:spPr>
      </p:sp>
      <p:sp>
        <p:nvSpPr>
          <p:cNvPr id="256" name="Google Shape;256;p41"/>
          <p:cNvSpPr/>
          <p:nvPr>
            <p:ph idx="4" type="pic"/>
          </p:nvPr>
        </p:nvSpPr>
        <p:spPr>
          <a:xfrm>
            <a:off x="3765000" y="867000"/>
            <a:ext cx="1614000" cy="3409500"/>
          </a:xfrm>
          <a:prstGeom prst="roundRect">
            <a:avLst>
              <a:gd fmla="val 8265" name="adj"/>
            </a:avLst>
          </a:prstGeom>
          <a:noFill/>
          <a:ln cap="flat" cmpd="sng" w="76200">
            <a:solidFill>
              <a:schemeClr val="lt1"/>
            </a:solidFill>
            <a:prstDash val="solid"/>
            <a:round/>
            <a:headEnd len="sm" w="sm" type="none"/>
            <a:tailEnd len="sm" w="sm" type="none"/>
          </a:ln>
        </p:spPr>
      </p:sp>
      <p:sp>
        <p:nvSpPr>
          <p:cNvPr id="257" name="Google Shape;257;p41"/>
          <p:cNvSpPr/>
          <p:nvPr>
            <p:ph idx="5" type="pic"/>
          </p:nvPr>
        </p:nvSpPr>
        <p:spPr>
          <a:xfrm>
            <a:off x="6717150" y="867000"/>
            <a:ext cx="1614000" cy="3409500"/>
          </a:xfrm>
          <a:prstGeom prst="roundRect">
            <a:avLst>
              <a:gd fmla="val 8265" name="adj"/>
            </a:avLst>
          </a:prstGeom>
          <a:noFill/>
          <a:ln cap="flat" cmpd="sng" w="76200">
            <a:solidFill>
              <a:schemeClr val="lt1"/>
            </a:solidFill>
            <a:prstDash val="solid"/>
            <a:round/>
            <a:headEnd len="sm" w="sm" type="none"/>
            <a:tailEnd len="sm" w="sm" type="none"/>
          </a:ln>
        </p:spPr>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ockup Tablet">
  <p:cSld name="CUSTOM_16_2_1">
    <p:bg>
      <p:bgPr>
        <a:solidFill>
          <a:schemeClr val="lt1"/>
        </a:solidFill>
      </p:bgPr>
    </p:bg>
    <p:spTree>
      <p:nvGrpSpPr>
        <p:cNvPr id="258" name="Shape 258"/>
        <p:cNvGrpSpPr/>
        <p:nvPr/>
      </p:nvGrpSpPr>
      <p:grpSpPr>
        <a:xfrm>
          <a:off x="0" y="0"/>
          <a:ext cx="0" cy="0"/>
          <a:chOff x="0" y="0"/>
          <a:chExt cx="0" cy="0"/>
        </a:xfrm>
      </p:grpSpPr>
      <p:sp>
        <p:nvSpPr>
          <p:cNvPr id="259" name="Google Shape;259;p42"/>
          <p:cNvSpPr/>
          <p:nvPr/>
        </p:nvSpPr>
        <p:spPr>
          <a:xfrm rot="5400000">
            <a:off x="3618000" y="-382950"/>
            <a:ext cx="4914900" cy="5908500"/>
          </a:xfrm>
          <a:prstGeom prst="round2SameRect">
            <a:avLst>
              <a:gd fmla="val 3196" name="adj1"/>
              <a:gd fmla="val 0" name="adj2"/>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42"/>
          <p:cNvSpPr/>
          <p:nvPr/>
        </p:nvSpPr>
        <p:spPr>
          <a:xfrm rot="-5400000">
            <a:off x="-837600" y="1065750"/>
            <a:ext cx="4914900" cy="3011100"/>
          </a:xfrm>
          <a:prstGeom prst="round2SameRect">
            <a:avLst>
              <a:gd fmla="val 5256" name="adj1"/>
              <a:gd fmla="val 0" name="adj2"/>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42"/>
          <p:cNvSpPr/>
          <p:nvPr>
            <p:ph idx="2" type="pic"/>
          </p:nvPr>
        </p:nvSpPr>
        <p:spPr>
          <a:xfrm>
            <a:off x="8596800" y="223475"/>
            <a:ext cx="318600" cy="318600"/>
          </a:xfrm>
          <a:prstGeom prst="ellipse">
            <a:avLst/>
          </a:prstGeom>
          <a:noFill/>
          <a:ln>
            <a:noFill/>
          </a:ln>
        </p:spPr>
      </p:sp>
      <p:sp>
        <p:nvSpPr>
          <p:cNvPr id="262" name="Google Shape;262;p42"/>
          <p:cNvSpPr/>
          <p:nvPr>
            <p:ph idx="3" type="pic"/>
          </p:nvPr>
        </p:nvSpPr>
        <p:spPr>
          <a:xfrm>
            <a:off x="1988050" y="627575"/>
            <a:ext cx="5167800" cy="3888300"/>
          </a:xfrm>
          <a:prstGeom prst="roundRect">
            <a:avLst>
              <a:gd fmla="val 4099" name="adj"/>
            </a:avLst>
          </a:prstGeom>
          <a:noFill/>
          <a:ln cap="flat" cmpd="sng" w="76200">
            <a:solidFill>
              <a:schemeClr val="dk2"/>
            </a:solidFill>
            <a:prstDash val="solid"/>
            <a:round/>
            <a:headEnd len="sm" w="sm" type="none"/>
            <a:tailEnd len="sm" w="sm" type="none"/>
          </a:ln>
        </p:spPr>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ockups Phone + Tablet">
  <p:cSld name="CUSTOM_16_1_1">
    <p:bg>
      <p:bgPr>
        <a:solidFill>
          <a:schemeClr val="lt1"/>
        </a:solidFill>
      </p:bgPr>
    </p:bg>
    <p:spTree>
      <p:nvGrpSpPr>
        <p:cNvPr id="263" name="Shape 263"/>
        <p:cNvGrpSpPr/>
        <p:nvPr/>
      </p:nvGrpSpPr>
      <p:grpSpPr>
        <a:xfrm>
          <a:off x="0" y="0"/>
          <a:ext cx="0" cy="0"/>
          <a:chOff x="0" y="0"/>
          <a:chExt cx="0" cy="0"/>
        </a:xfrm>
      </p:grpSpPr>
      <p:sp>
        <p:nvSpPr>
          <p:cNvPr id="264" name="Google Shape;264;p43"/>
          <p:cNvSpPr/>
          <p:nvPr>
            <p:ph idx="2" type="pic"/>
          </p:nvPr>
        </p:nvSpPr>
        <p:spPr>
          <a:xfrm>
            <a:off x="812850" y="867000"/>
            <a:ext cx="1614000" cy="3409500"/>
          </a:xfrm>
          <a:prstGeom prst="roundRect">
            <a:avLst>
              <a:gd fmla="val 8265" name="adj"/>
            </a:avLst>
          </a:prstGeom>
          <a:noFill/>
          <a:ln cap="flat" cmpd="sng" w="76200">
            <a:solidFill>
              <a:schemeClr val="lt1"/>
            </a:solidFill>
            <a:prstDash val="solid"/>
            <a:round/>
            <a:headEnd len="sm" w="sm" type="none"/>
            <a:tailEnd len="sm" w="sm" type="none"/>
          </a:ln>
        </p:spPr>
      </p:sp>
      <p:sp>
        <p:nvSpPr>
          <p:cNvPr id="265" name="Google Shape;265;p43"/>
          <p:cNvSpPr txBox="1"/>
          <p:nvPr>
            <p:ph type="title"/>
          </p:nvPr>
        </p:nvSpPr>
        <p:spPr>
          <a:xfrm>
            <a:off x="7158725" y="4563900"/>
            <a:ext cx="1354500" cy="3936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2"/>
              </a:buClr>
              <a:buSzPts val="1000"/>
              <a:buFont typeface="Albert Sans"/>
              <a:buNone/>
              <a:defRPr sz="1000">
                <a:solidFill>
                  <a:schemeClr val="dk2"/>
                </a:solidFill>
                <a:latin typeface="Albert Sans"/>
                <a:ea typeface="Albert Sans"/>
                <a:cs typeface="Albert Sans"/>
                <a:sym typeface="Albert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6" name="Google Shape;266;p43"/>
          <p:cNvSpPr/>
          <p:nvPr>
            <p:ph idx="3" type="pic"/>
          </p:nvPr>
        </p:nvSpPr>
        <p:spPr>
          <a:xfrm>
            <a:off x="8596800" y="223475"/>
            <a:ext cx="318600" cy="318600"/>
          </a:xfrm>
          <a:prstGeom prst="ellipse">
            <a:avLst/>
          </a:prstGeom>
          <a:noFill/>
          <a:ln>
            <a:noFill/>
          </a:ln>
        </p:spPr>
      </p:sp>
      <p:sp>
        <p:nvSpPr>
          <p:cNvPr id="267" name="Google Shape;267;p43"/>
          <p:cNvSpPr/>
          <p:nvPr>
            <p:ph idx="4" type="pic"/>
          </p:nvPr>
        </p:nvSpPr>
        <p:spPr>
          <a:xfrm>
            <a:off x="3874125" y="866550"/>
            <a:ext cx="4531500" cy="3409500"/>
          </a:xfrm>
          <a:prstGeom prst="roundRect">
            <a:avLst>
              <a:gd fmla="val 4099" name="adj"/>
            </a:avLst>
          </a:prstGeom>
          <a:noFill/>
          <a:ln cap="flat" cmpd="sng" w="76200">
            <a:solidFill>
              <a:schemeClr val="dk2"/>
            </a:solidFill>
            <a:prstDash val="solid"/>
            <a:round/>
            <a:headEnd len="sm" w="sm" type="none"/>
            <a:tailEnd len="sm" w="sm" type="none"/>
          </a:ln>
        </p:spPr>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meline">
  <p:cSld name="CUSTOM_17">
    <p:bg>
      <p:bgPr>
        <a:solidFill>
          <a:schemeClr val="lt1"/>
        </a:solidFill>
      </p:bgPr>
    </p:bg>
    <p:spTree>
      <p:nvGrpSpPr>
        <p:cNvPr id="268" name="Shape 268"/>
        <p:cNvGrpSpPr/>
        <p:nvPr/>
      </p:nvGrpSpPr>
      <p:grpSpPr>
        <a:xfrm>
          <a:off x="0" y="0"/>
          <a:ext cx="0" cy="0"/>
          <a:chOff x="0" y="0"/>
          <a:chExt cx="0" cy="0"/>
        </a:xfrm>
      </p:grpSpPr>
      <p:sp>
        <p:nvSpPr>
          <p:cNvPr id="269" name="Google Shape;269;p44"/>
          <p:cNvSpPr txBox="1"/>
          <p:nvPr>
            <p:ph type="title"/>
          </p:nvPr>
        </p:nvSpPr>
        <p:spPr>
          <a:xfrm>
            <a:off x="7158725" y="4563900"/>
            <a:ext cx="1354500" cy="3936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2"/>
              </a:buClr>
              <a:buSzPts val="1000"/>
              <a:buFont typeface="Albert Sans"/>
              <a:buNone/>
              <a:defRPr sz="1000">
                <a:solidFill>
                  <a:schemeClr val="dk2"/>
                </a:solidFill>
                <a:latin typeface="Albert Sans"/>
                <a:ea typeface="Albert Sans"/>
                <a:cs typeface="Albert Sans"/>
                <a:sym typeface="Albert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0" name="Google Shape;270;p44"/>
          <p:cNvSpPr txBox="1"/>
          <p:nvPr>
            <p:ph idx="1" type="subTitle"/>
          </p:nvPr>
        </p:nvSpPr>
        <p:spPr>
          <a:xfrm>
            <a:off x="440281" y="763675"/>
            <a:ext cx="2070300" cy="36405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2400"/>
              <a:buFont typeface="Nanum Myeongjo"/>
              <a:buNone/>
              <a:defRPr b="0" sz="2400">
                <a:solidFill>
                  <a:schemeClr val="dk2"/>
                </a:solidFill>
                <a:latin typeface="Nanum Myeongjo"/>
                <a:ea typeface="Nanum Myeongjo"/>
                <a:cs typeface="Nanum Myeongjo"/>
                <a:sym typeface="Nanum Myeongjo"/>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1" name="Google Shape;271;p44"/>
          <p:cNvSpPr txBox="1"/>
          <p:nvPr/>
        </p:nvSpPr>
        <p:spPr>
          <a:xfrm>
            <a:off x="871975" y="114300"/>
            <a:ext cx="1385400" cy="819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1200"/>
              </a:spcAft>
              <a:buNone/>
            </a:pPr>
            <a:r>
              <a:rPr b="1" lang="en">
                <a:solidFill>
                  <a:schemeClr val="accent4"/>
                </a:solidFill>
                <a:latin typeface="Albert Sans"/>
                <a:ea typeface="Albert Sans"/>
                <a:cs typeface="Albert Sans"/>
                <a:sym typeface="Albert Sans"/>
              </a:rPr>
              <a:t>Future Focused</a:t>
            </a:r>
            <a:endParaRPr b="1">
              <a:solidFill>
                <a:schemeClr val="accent4"/>
              </a:solidFill>
              <a:latin typeface="Albert Sans"/>
              <a:ea typeface="Albert Sans"/>
              <a:cs typeface="Albert Sans"/>
              <a:sym typeface="Albert Sans"/>
            </a:endParaRPr>
          </a:p>
        </p:txBody>
      </p:sp>
      <p:sp>
        <p:nvSpPr>
          <p:cNvPr id="272" name="Google Shape;272;p44"/>
          <p:cNvSpPr txBox="1"/>
          <p:nvPr>
            <p:ph idx="2" type="subTitle"/>
          </p:nvPr>
        </p:nvSpPr>
        <p:spPr>
          <a:xfrm>
            <a:off x="580888" y="3286575"/>
            <a:ext cx="1757100" cy="11898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000"/>
              <a:buNone/>
              <a:defRPr b="0" sz="1000">
                <a:solidFill>
                  <a:schemeClr val="dk2"/>
                </a:solidFill>
              </a:defRPr>
            </a:lvl1pPr>
            <a:lvl2pPr lvl="1">
              <a:spcBef>
                <a:spcPts val="0"/>
              </a:spcBef>
              <a:spcAft>
                <a:spcPts val="0"/>
              </a:spcAft>
              <a:buClr>
                <a:schemeClr val="dk2"/>
              </a:buClr>
              <a:buSzPts val="1400"/>
              <a:buFont typeface="Albert Sans"/>
              <a:buNone/>
              <a:defRPr>
                <a:solidFill>
                  <a:schemeClr val="dk2"/>
                </a:solidFill>
              </a:defRPr>
            </a:lvl2pPr>
            <a:lvl3pPr lvl="2">
              <a:spcBef>
                <a:spcPts val="0"/>
              </a:spcBef>
              <a:spcAft>
                <a:spcPts val="0"/>
              </a:spcAft>
              <a:buClr>
                <a:schemeClr val="dk2"/>
              </a:buClr>
              <a:buSzPts val="1400"/>
              <a:buFont typeface="Albert Sans"/>
              <a:buNone/>
              <a:defRPr>
                <a:solidFill>
                  <a:schemeClr val="dk2"/>
                </a:solidFill>
              </a:defRPr>
            </a:lvl3pPr>
            <a:lvl4pPr lvl="3">
              <a:spcBef>
                <a:spcPts val="0"/>
              </a:spcBef>
              <a:spcAft>
                <a:spcPts val="0"/>
              </a:spcAft>
              <a:buClr>
                <a:schemeClr val="dk2"/>
              </a:buClr>
              <a:buSzPts val="1400"/>
              <a:buFont typeface="Albert Sans"/>
              <a:buNone/>
              <a:defRPr>
                <a:solidFill>
                  <a:schemeClr val="dk2"/>
                </a:solidFill>
              </a:defRPr>
            </a:lvl4pPr>
            <a:lvl5pPr lvl="4">
              <a:spcBef>
                <a:spcPts val="0"/>
              </a:spcBef>
              <a:spcAft>
                <a:spcPts val="0"/>
              </a:spcAft>
              <a:buClr>
                <a:schemeClr val="dk2"/>
              </a:buClr>
              <a:buSzPts val="1400"/>
              <a:buFont typeface="Albert Sans"/>
              <a:buNone/>
              <a:defRPr>
                <a:solidFill>
                  <a:schemeClr val="dk2"/>
                </a:solidFill>
              </a:defRPr>
            </a:lvl5pPr>
            <a:lvl6pPr lvl="5">
              <a:spcBef>
                <a:spcPts val="0"/>
              </a:spcBef>
              <a:spcAft>
                <a:spcPts val="0"/>
              </a:spcAft>
              <a:buClr>
                <a:schemeClr val="dk2"/>
              </a:buClr>
              <a:buSzPts val="1400"/>
              <a:buFont typeface="Albert Sans"/>
              <a:buNone/>
              <a:defRPr>
                <a:solidFill>
                  <a:schemeClr val="dk2"/>
                </a:solidFill>
              </a:defRPr>
            </a:lvl6pPr>
            <a:lvl7pPr lvl="6">
              <a:spcBef>
                <a:spcPts val="0"/>
              </a:spcBef>
              <a:spcAft>
                <a:spcPts val="0"/>
              </a:spcAft>
              <a:buClr>
                <a:schemeClr val="dk2"/>
              </a:buClr>
              <a:buSzPts val="1400"/>
              <a:buFont typeface="Albert Sans"/>
              <a:buNone/>
              <a:defRPr>
                <a:solidFill>
                  <a:schemeClr val="dk2"/>
                </a:solidFill>
              </a:defRPr>
            </a:lvl7pPr>
            <a:lvl8pPr lvl="7">
              <a:spcBef>
                <a:spcPts val="0"/>
              </a:spcBef>
              <a:spcAft>
                <a:spcPts val="0"/>
              </a:spcAft>
              <a:buClr>
                <a:schemeClr val="dk2"/>
              </a:buClr>
              <a:buSzPts val="1400"/>
              <a:buFont typeface="Albert Sans"/>
              <a:buNone/>
              <a:defRPr>
                <a:solidFill>
                  <a:schemeClr val="dk2"/>
                </a:solidFill>
              </a:defRPr>
            </a:lvl8pPr>
            <a:lvl9pPr lvl="8">
              <a:spcBef>
                <a:spcPts val="0"/>
              </a:spcBef>
              <a:spcAft>
                <a:spcPts val="0"/>
              </a:spcAft>
              <a:buClr>
                <a:schemeClr val="dk2"/>
              </a:buClr>
              <a:buSzPts val="1400"/>
              <a:buFont typeface="Albert Sans"/>
              <a:buNone/>
              <a:defRPr>
                <a:solidFill>
                  <a:schemeClr val="dk2"/>
                </a:solidFill>
              </a:defRPr>
            </a:lvl9pPr>
          </a:lstStyle>
          <a:p/>
        </p:txBody>
      </p:sp>
      <p:sp>
        <p:nvSpPr>
          <p:cNvPr id="273" name="Google Shape;273;p44"/>
          <p:cNvSpPr txBox="1"/>
          <p:nvPr>
            <p:ph idx="3" type="title"/>
          </p:nvPr>
        </p:nvSpPr>
        <p:spPr>
          <a:xfrm>
            <a:off x="440281" y="327150"/>
            <a:ext cx="2009100" cy="13254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400"/>
              <a:buFont typeface="Albert Sans"/>
              <a:buNone/>
              <a:defRPr b="1" sz="1400">
                <a:solidFill>
                  <a:schemeClr val="dk2"/>
                </a:solidFill>
                <a:latin typeface="Albert Sans"/>
                <a:ea typeface="Albert Sans"/>
                <a:cs typeface="Albert Sans"/>
                <a:sym typeface="Albert Sans"/>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rge Pullquote">
  <p:cSld name="CUSTOM_18">
    <p:bg>
      <p:bgPr>
        <a:solidFill>
          <a:schemeClr val="accent2"/>
        </a:solidFill>
      </p:bgPr>
    </p:bg>
    <p:spTree>
      <p:nvGrpSpPr>
        <p:cNvPr id="274" name="Shape 274"/>
        <p:cNvGrpSpPr/>
        <p:nvPr/>
      </p:nvGrpSpPr>
      <p:grpSpPr>
        <a:xfrm>
          <a:off x="0" y="0"/>
          <a:ext cx="0" cy="0"/>
          <a:chOff x="0" y="0"/>
          <a:chExt cx="0" cy="0"/>
        </a:xfrm>
      </p:grpSpPr>
      <p:sp>
        <p:nvSpPr>
          <p:cNvPr id="275" name="Google Shape;275;p45"/>
          <p:cNvSpPr txBox="1"/>
          <p:nvPr>
            <p:ph idx="1" type="subTitle"/>
          </p:nvPr>
        </p:nvSpPr>
        <p:spPr>
          <a:xfrm>
            <a:off x="821950" y="763675"/>
            <a:ext cx="2070300" cy="36405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Nanum Myeongjo"/>
              <a:buNone/>
              <a:defRPr sz="2400">
                <a:latin typeface="Nanum Myeongjo"/>
                <a:ea typeface="Nanum Myeongjo"/>
                <a:cs typeface="Nanum Myeongjo"/>
                <a:sym typeface="Nanum Myeongjo"/>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6" name="Google Shape;276;p45"/>
          <p:cNvSpPr/>
          <p:nvPr/>
        </p:nvSpPr>
        <p:spPr>
          <a:xfrm>
            <a:off x="114300" y="114300"/>
            <a:ext cx="8915400" cy="4914900"/>
          </a:xfrm>
          <a:prstGeom prst="roundRect">
            <a:avLst>
              <a:gd fmla="val 3305"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45"/>
          <p:cNvSpPr txBox="1"/>
          <p:nvPr>
            <p:ph idx="2" type="subTitle"/>
          </p:nvPr>
        </p:nvSpPr>
        <p:spPr>
          <a:xfrm>
            <a:off x="1062075" y="763675"/>
            <a:ext cx="7025400" cy="36405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3600"/>
              <a:buFont typeface="Nanum Myeongjo"/>
              <a:buNone/>
              <a:defRPr b="0" sz="3600">
                <a:solidFill>
                  <a:schemeClr val="dk2"/>
                </a:solidFill>
                <a:latin typeface="Nanum Myeongjo"/>
                <a:ea typeface="Nanum Myeongjo"/>
                <a:cs typeface="Nanum Myeongjo"/>
                <a:sym typeface="Nanum Myeongjo"/>
              </a:defRPr>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278" name="Google Shape;278;p45"/>
          <p:cNvSpPr txBox="1"/>
          <p:nvPr>
            <p:ph type="title"/>
          </p:nvPr>
        </p:nvSpPr>
        <p:spPr>
          <a:xfrm>
            <a:off x="7158725" y="4563900"/>
            <a:ext cx="1354500" cy="3936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2"/>
              </a:buClr>
              <a:buSzPts val="1000"/>
              <a:buFont typeface="Albert Sans"/>
              <a:buNone/>
              <a:defRPr sz="1000">
                <a:solidFill>
                  <a:schemeClr val="dk2"/>
                </a:solidFill>
                <a:latin typeface="Albert Sans"/>
                <a:ea typeface="Albert Sans"/>
                <a:cs typeface="Albert Sans"/>
                <a:sym typeface="Albert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9" name="Google Shape;279;p45"/>
          <p:cNvSpPr/>
          <p:nvPr>
            <p:ph idx="3" type="pic"/>
          </p:nvPr>
        </p:nvSpPr>
        <p:spPr>
          <a:xfrm>
            <a:off x="8596800" y="223475"/>
            <a:ext cx="318600" cy="318600"/>
          </a:xfrm>
          <a:prstGeom prst="ellipse">
            <a:avLst/>
          </a:prstGeom>
          <a:noFill/>
          <a:ln>
            <a:noFill/>
          </a:ln>
        </p:spPr>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_4">
    <p:spTree>
      <p:nvGrpSpPr>
        <p:cNvPr id="280" name="Shape 280"/>
        <p:cNvGrpSpPr/>
        <p:nvPr/>
      </p:nvGrpSpPr>
      <p:grpSpPr>
        <a:xfrm>
          <a:off x="0" y="0"/>
          <a:ext cx="0" cy="0"/>
          <a:chOff x="0" y="0"/>
          <a:chExt cx="0" cy="0"/>
        </a:xfrm>
      </p:grpSpPr>
      <p:sp>
        <p:nvSpPr>
          <p:cNvPr id="281" name="Google Shape;281;p46"/>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282" name="Google Shape;282;p46"/>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sz="2800"/>
            </a:lvl1pPr>
            <a:lvl2pPr lvl="1" algn="ctr">
              <a:spcBef>
                <a:spcPts val="0"/>
              </a:spcBef>
              <a:spcAft>
                <a:spcPts val="0"/>
              </a:spcAft>
              <a:buSzPts val="2800"/>
              <a:buNone/>
              <a:defRPr sz="2800"/>
            </a:lvl2pPr>
            <a:lvl3pPr lvl="2" algn="ctr">
              <a:spcBef>
                <a:spcPts val="0"/>
              </a:spcBef>
              <a:spcAft>
                <a:spcPts val="0"/>
              </a:spcAft>
              <a:buSzPts val="2800"/>
              <a:buNone/>
              <a:defRPr sz="2800"/>
            </a:lvl3pPr>
            <a:lvl4pPr lvl="3" algn="ctr">
              <a:spcBef>
                <a:spcPts val="0"/>
              </a:spcBef>
              <a:spcAft>
                <a:spcPts val="0"/>
              </a:spcAft>
              <a:buSzPts val="2800"/>
              <a:buNone/>
              <a:defRPr sz="2800"/>
            </a:lvl4pPr>
            <a:lvl5pPr lvl="4" algn="ctr">
              <a:spcBef>
                <a:spcPts val="0"/>
              </a:spcBef>
              <a:spcAft>
                <a:spcPts val="0"/>
              </a:spcAft>
              <a:buSzPts val="2800"/>
              <a:buNone/>
              <a:defRPr sz="2800"/>
            </a:lvl5pPr>
            <a:lvl6pPr lvl="5" algn="ctr">
              <a:spcBef>
                <a:spcPts val="0"/>
              </a:spcBef>
              <a:spcAft>
                <a:spcPts val="0"/>
              </a:spcAft>
              <a:buSzPts val="2800"/>
              <a:buNone/>
              <a:defRPr sz="2800"/>
            </a:lvl6pPr>
            <a:lvl7pPr lvl="6" algn="ctr">
              <a:spcBef>
                <a:spcPts val="0"/>
              </a:spcBef>
              <a:spcAft>
                <a:spcPts val="0"/>
              </a:spcAft>
              <a:buSzPts val="2800"/>
              <a:buNone/>
              <a:defRPr sz="2800"/>
            </a:lvl7pPr>
            <a:lvl8pPr lvl="7" algn="ctr">
              <a:spcBef>
                <a:spcPts val="0"/>
              </a:spcBef>
              <a:spcAft>
                <a:spcPts val="0"/>
              </a:spcAft>
              <a:buSzPts val="2800"/>
              <a:buNone/>
              <a:defRPr sz="2800"/>
            </a:lvl8pPr>
            <a:lvl9pPr lvl="8" algn="ctr">
              <a:spcBef>
                <a:spcPts val="0"/>
              </a:spcBef>
              <a:spcAft>
                <a:spcPts val="0"/>
              </a:spcAft>
              <a:buSzPts val="2800"/>
              <a:buNone/>
              <a:defRPr sz="2800"/>
            </a:lvl9pPr>
          </a:lstStyle>
          <a:p/>
        </p:txBody>
      </p:sp>
      <p:sp>
        <p:nvSpPr>
          <p:cNvPr id="283" name="Google Shape;283;p4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_HEADER_1">
    <p:spTree>
      <p:nvGrpSpPr>
        <p:cNvPr id="284" name="Shape 284"/>
        <p:cNvGrpSpPr/>
        <p:nvPr/>
      </p:nvGrpSpPr>
      <p:grpSpPr>
        <a:xfrm>
          <a:off x="0" y="0"/>
          <a:ext cx="0" cy="0"/>
          <a:chOff x="0" y="0"/>
          <a:chExt cx="0" cy="0"/>
        </a:xfrm>
      </p:grpSpPr>
      <p:sp>
        <p:nvSpPr>
          <p:cNvPr id="285" name="Google Shape;285;p47"/>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286" name="Google Shape;286;p4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_AND_BODY_1">
    <p:spTree>
      <p:nvGrpSpPr>
        <p:cNvPr id="287" name="Shape 287"/>
        <p:cNvGrpSpPr/>
        <p:nvPr/>
      </p:nvGrpSpPr>
      <p:grpSpPr>
        <a:xfrm>
          <a:off x="0" y="0"/>
          <a:ext cx="0" cy="0"/>
          <a:chOff x="0" y="0"/>
          <a:chExt cx="0" cy="0"/>
        </a:xfrm>
      </p:grpSpPr>
      <p:sp>
        <p:nvSpPr>
          <p:cNvPr id="288" name="Google Shape;288;p4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9" name="Google Shape;289;p48"/>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90" name="Google Shape;290;p4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_AND_TWO_COLUMNS_1">
    <p:spTree>
      <p:nvGrpSpPr>
        <p:cNvPr id="291" name="Shape 291"/>
        <p:cNvGrpSpPr/>
        <p:nvPr/>
      </p:nvGrpSpPr>
      <p:grpSpPr>
        <a:xfrm>
          <a:off x="0" y="0"/>
          <a:ext cx="0" cy="0"/>
          <a:chOff x="0" y="0"/>
          <a:chExt cx="0" cy="0"/>
        </a:xfrm>
      </p:grpSpPr>
      <p:sp>
        <p:nvSpPr>
          <p:cNvPr id="292" name="Google Shape;292;p4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3" name="Google Shape;293;p49"/>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94" name="Google Shape;294;p49"/>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95" name="Google Shape;295;p4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_ONLY_1">
    <p:spTree>
      <p:nvGrpSpPr>
        <p:cNvPr id="296" name="Shape 296"/>
        <p:cNvGrpSpPr/>
        <p:nvPr/>
      </p:nvGrpSpPr>
      <p:grpSpPr>
        <a:xfrm>
          <a:off x="0" y="0"/>
          <a:ext cx="0" cy="0"/>
          <a:chOff x="0" y="0"/>
          <a:chExt cx="0" cy="0"/>
        </a:xfrm>
      </p:grpSpPr>
      <p:sp>
        <p:nvSpPr>
          <p:cNvPr id="297" name="Google Shape;297;p5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8" name="Google Shape;298;p5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_1">
    <p:spTree>
      <p:nvGrpSpPr>
        <p:cNvPr id="299" name="Shape 299"/>
        <p:cNvGrpSpPr/>
        <p:nvPr/>
      </p:nvGrpSpPr>
      <p:grpSpPr>
        <a:xfrm>
          <a:off x="0" y="0"/>
          <a:ext cx="0" cy="0"/>
          <a:chOff x="0" y="0"/>
          <a:chExt cx="0" cy="0"/>
        </a:xfrm>
      </p:grpSpPr>
      <p:sp>
        <p:nvSpPr>
          <p:cNvPr id="300" name="Google Shape;300;p51"/>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1" name="Google Shape;301;p51"/>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02" name="Google Shape;302;p5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_1">
    <p:spTree>
      <p:nvGrpSpPr>
        <p:cNvPr id="303" name="Shape 303"/>
        <p:cNvGrpSpPr/>
        <p:nvPr/>
      </p:nvGrpSpPr>
      <p:grpSpPr>
        <a:xfrm>
          <a:off x="0" y="0"/>
          <a:ext cx="0" cy="0"/>
          <a:chOff x="0" y="0"/>
          <a:chExt cx="0" cy="0"/>
        </a:xfrm>
      </p:grpSpPr>
      <p:sp>
        <p:nvSpPr>
          <p:cNvPr id="304" name="Google Shape;304;p52"/>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05" name="Google Shape;305;p5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_1">
    <p:spTree>
      <p:nvGrpSpPr>
        <p:cNvPr id="306" name="Shape 306"/>
        <p:cNvGrpSpPr/>
        <p:nvPr/>
      </p:nvGrpSpPr>
      <p:grpSpPr>
        <a:xfrm>
          <a:off x="0" y="0"/>
          <a:ext cx="0" cy="0"/>
          <a:chOff x="0" y="0"/>
          <a:chExt cx="0" cy="0"/>
        </a:xfrm>
      </p:grpSpPr>
      <p:sp>
        <p:nvSpPr>
          <p:cNvPr id="307" name="Google Shape;307;p53"/>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53"/>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09" name="Google Shape;309;p53"/>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310" name="Google Shape;310;p53"/>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17500" lvl="0" marL="457200">
              <a:spcBef>
                <a:spcPts val="0"/>
              </a:spcBef>
              <a:spcAft>
                <a:spcPts val="0"/>
              </a:spcAft>
              <a:buClr>
                <a:schemeClr val="dk1"/>
              </a:buClr>
              <a:buSzPts val="1400"/>
              <a:buChar char="●"/>
              <a:defRPr>
                <a:solidFill>
                  <a:schemeClr val="dk1"/>
                </a:solidFill>
              </a:defRPr>
            </a:lvl1pPr>
            <a:lvl2pPr indent="-317500" lvl="1" marL="914400">
              <a:spcBef>
                <a:spcPts val="0"/>
              </a:spcBef>
              <a:spcAft>
                <a:spcPts val="0"/>
              </a:spcAft>
              <a:buClr>
                <a:schemeClr val="dk1"/>
              </a:buClr>
              <a:buSzPts val="1400"/>
              <a:buChar char="○"/>
              <a:defRPr>
                <a:solidFill>
                  <a:schemeClr val="dk1"/>
                </a:solidFill>
              </a:defRPr>
            </a:lvl2pPr>
            <a:lvl3pPr indent="-317500" lvl="2" marL="1371600">
              <a:spcBef>
                <a:spcPts val="0"/>
              </a:spcBef>
              <a:spcAft>
                <a:spcPts val="0"/>
              </a:spcAft>
              <a:buClr>
                <a:schemeClr val="dk1"/>
              </a:buClr>
              <a:buSzPts val="1400"/>
              <a:buChar char="■"/>
              <a:defRPr>
                <a:solidFill>
                  <a:schemeClr val="dk1"/>
                </a:solidFill>
              </a:defRPr>
            </a:lvl3pPr>
            <a:lvl4pPr indent="-317500" lvl="3" marL="1828800">
              <a:spcBef>
                <a:spcPts val="0"/>
              </a:spcBef>
              <a:spcAft>
                <a:spcPts val="0"/>
              </a:spcAft>
              <a:buClr>
                <a:schemeClr val="dk1"/>
              </a:buClr>
              <a:buSzPts val="1400"/>
              <a:buChar char="●"/>
              <a:defRPr>
                <a:solidFill>
                  <a:schemeClr val="dk1"/>
                </a:solidFill>
              </a:defRPr>
            </a:lvl4pPr>
            <a:lvl5pPr indent="-317500" lvl="4" marL="2286000">
              <a:spcBef>
                <a:spcPts val="0"/>
              </a:spcBef>
              <a:spcAft>
                <a:spcPts val="0"/>
              </a:spcAft>
              <a:buClr>
                <a:schemeClr val="dk1"/>
              </a:buClr>
              <a:buSzPts val="1400"/>
              <a:buChar char="○"/>
              <a:defRPr>
                <a:solidFill>
                  <a:schemeClr val="dk1"/>
                </a:solidFill>
              </a:defRPr>
            </a:lvl5pPr>
            <a:lvl6pPr indent="-317500" lvl="5" marL="2743200">
              <a:spcBef>
                <a:spcPts val="0"/>
              </a:spcBef>
              <a:spcAft>
                <a:spcPts val="0"/>
              </a:spcAft>
              <a:buClr>
                <a:schemeClr val="dk1"/>
              </a:buClr>
              <a:buSzPts val="1400"/>
              <a:buChar char="■"/>
              <a:defRPr>
                <a:solidFill>
                  <a:schemeClr val="dk1"/>
                </a:solidFill>
              </a:defRPr>
            </a:lvl6pPr>
            <a:lvl7pPr indent="-317500" lvl="6" marL="3200400">
              <a:spcBef>
                <a:spcPts val="0"/>
              </a:spcBef>
              <a:spcAft>
                <a:spcPts val="0"/>
              </a:spcAft>
              <a:buClr>
                <a:schemeClr val="dk1"/>
              </a:buClr>
              <a:buSzPts val="1400"/>
              <a:buChar char="●"/>
              <a:defRPr>
                <a:solidFill>
                  <a:schemeClr val="dk1"/>
                </a:solidFill>
              </a:defRPr>
            </a:lvl7pPr>
            <a:lvl8pPr indent="-317500" lvl="7" marL="3657600">
              <a:spcBef>
                <a:spcPts val="0"/>
              </a:spcBef>
              <a:spcAft>
                <a:spcPts val="0"/>
              </a:spcAft>
              <a:buClr>
                <a:schemeClr val="dk1"/>
              </a:buClr>
              <a:buSzPts val="1400"/>
              <a:buChar char="○"/>
              <a:defRPr>
                <a:solidFill>
                  <a:schemeClr val="dk1"/>
                </a:solidFill>
              </a:defRPr>
            </a:lvl8pPr>
            <a:lvl9pPr indent="-317500" lvl="8" marL="4114800">
              <a:spcBef>
                <a:spcPts val="0"/>
              </a:spcBef>
              <a:spcAft>
                <a:spcPts val="0"/>
              </a:spcAft>
              <a:buClr>
                <a:schemeClr val="dk1"/>
              </a:buClr>
              <a:buSzPts val="1400"/>
              <a:buChar char="■"/>
              <a:defRPr>
                <a:solidFill>
                  <a:schemeClr val="dk1"/>
                </a:solidFill>
              </a:defRPr>
            </a:lvl9pPr>
          </a:lstStyle>
          <a:p/>
        </p:txBody>
      </p:sp>
      <p:sp>
        <p:nvSpPr>
          <p:cNvPr id="311" name="Google Shape;311;p5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_1">
    <p:spTree>
      <p:nvGrpSpPr>
        <p:cNvPr id="312" name="Shape 312"/>
        <p:cNvGrpSpPr/>
        <p:nvPr/>
      </p:nvGrpSpPr>
      <p:grpSpPr>
        <a:xfrm>
          <a:off x="0" y="0"/>
          <a:ext cx="0" cy="0"/>
          <a:chOff x="0" y="0"/>
          <a:chExt cx="0" cy="0"/>
        </a:xfrm>
      </p:grpSpPr>
      <p:sp>
        <p:nvSpPr>
          <p:cNvPr id="313" name="Google Shape;313;p54"/>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spcBef>
                <a:spcPts val="0"/>
              </a:spcBef>
              <a:spcAft>
                <a:spcPts val="0"/>
              </a:spcAft>
              <a:buSzPts val="1400"/>
              <a:buNone/>
              <a:defRPr/>
            </a:lvl1pPr>
          </a:lstStyle>
          <a:p/>
        </p:txBody>
      </p:sp>
      <p:sp>
        <p:nvSpPr>
          <p:cNvPr id="314" name="Google Shape;314;p5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_1">
    <p:spTree>
      <p:nvGrpSpPr>
        <p:cNvPr id="315" name="Shape 315"/>
        <p:cNvGrpSpPr/>
        <p:nvPr/>
      </p:nvGrpSpPr>
      <p:grpSpPr>
        <a:xfrm>
          <a:off x="0" y="0"/>
          <a:ext cx="0" cy="0"/>
          <a:chOff x="0" y="0"/>
          <a:chExt cx="0" cy="0"/>
        </a:xfrm>
      </p:grpSpPr>
      <p:sp>
        <p:nvSpPr>
          <p:cNvPr id="316" name="Google Shape;316;p55"/>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317" name="Google Shape;317;p55"/>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17500" lvl="0" marL="457200" algn="ctr">
              <a:spcBef>
                <a:spcPts val="0"/>
              </a:spcBef>
              <a:spcAft>
                <a:spcPts val="0"/>
              </a:spcAft>
              <a:buSzPts val="14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318" name="Google Shape;318;p5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319" name="Shape 319"/>
        <p:cNvGrpSpPr/>
        <p:nvPr/>
      </p:nvGrpSpPr>
      <p:grpSpPr>
        <a:xfrm>
          <a:off x="0" y="0"/>
          <a:ext cx="0" cy="0"/>
          <a:chOff x="0" y="0"/>
          <a:chExt cx="0" cy="0"/>
        </a:xfrm>
      </p:grpSpPr>
      <p:sp>
        <p:nvSpPr>
          <p:cNvPr id="320" name="Google Shape;320;p5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CUSTOM_7_1">
    <p:spTree>
      <p:nvGrpSpPr>
        <p:cNvPr id="321" name="Shape 321"/>
        <p:cNvGrpSpPr/>
        <p:nvPr/>
      </p:nvGrpSpPr>
      <p:grpSpPr>
        <a:xfrm>
          <a:off x="0" y="0"/>
          <a:ext cx="0" cy="0"/>
          <a:chOff x="0" y="0"/>
          <a:chExt cx="0" cy="0"/>
        </a:xfrm>
      </p:grpSpPr>
      <p:sp>
        <p:nvSpPr>
          <p:cNvPr id="322" name="Google Shape;322;p57"/>
          <p:cNvSpPr txBox="1"/>
          <p:nvPr>
            <p:ph type="title"/>
          </p:nvPr>
        </p:nvSpPr>
        <p:spPr>
          <a:xfrm>
            <a:off x="677325" y="1832775"/>
            <a:ext cx="3217200" cy="1484100"/>
          </a:xfrm>
          <a:prstGeom prst="rect">
            <a:avLst/>
          </a:prstGeom>
        </p:spPr>
        <p:txBody>
          <a:bodyPr anchorCtr="0" anchor="ctr" bIns="91425" lIns="91425" spcFirstLastPara="1" rIns="91425" wrap="square" tIns="91425">
            <a:noAutofit/>
          </a:bodyPr>
          <a:lstStyle>
            <a:lvl1pPr lvl="0">
              <a:spcBef>
                <a:spcPts val="0"/>
              </a:spcBef>
              <a:spcAft>
                <a:spcPts val="0"/>
              </a:spcAft>
              <a:buSzPts val="4200"/>
              <a:buNone/>
              <a:defRPr sz="4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23" name="Google Shape;323;p5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324" name="Google Shape;324;p57"/>
          <p:cNvSpPr txBox="1"/>
          <p:nvPr>
            <p:ph idx="1" type="subTitle"/>
          </p:nvPr>
        </p:nvSpPr>
        <p:spPr>
          <a:xfrm>
            <a:off x="4406650" y="39375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25" name="Google Shape;325;p57"/>
          <p:cNvSpPr txBox="1"/>
          <p:nvPr>
            <p:ph idx="2" type="subTitle"/>
          </p:nvPr>
        </p:nvSpPr>
        <p:spPr>
          <a:xfrm>
            <a:off x="4406650" y="115170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26" name="Google Shape;326;p57"/>
          <p:cNvSpPr txBox="1"/>
          <p:nvPr>
            <p:ph idx="3" type="subTitle"/>
          </p:nvPr>
        </p:nvSpPr>
        <p:spPr>
          <a:xfrm>
            <a:off x="4406650" y="342557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27" name="Google Shape;327;p57"/>
          <p:cNvSpPr txBox="1"/>
          <p:nvPr>
            <p:ph idx="4" type="subTitle"/>
          </p:nvPr>
        </p:nvSpPr>
        <p:spPr>
          <a:xfrm>
            <a:off x="4406650" y="190966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28" name="Google Shape;328;p57"/>
          <p:cNvSpPr txBox="1"/>
          <p:nvPr>
            <p:ph idx="5" type="subTitle"/>
          </p:nvPr>
        </p:nvSpPr>
        <p:spPr>
          <a:xfrm>
            <a:off x="4406650" y="418352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29" name="Google Shape;329;p57"/>
          <p:cNvSpPr txBox="1"/>
          <p:nvPr>
            <p:ph idx="6" type="subTitle"/>
          </p:nvPr>
        </p:nvSpPr>
        <p:spPr>
          <a:xfrm>
            <a:off x="4406650" y="266761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CUSTOM_8_1_1">
    <p:spTree>
      <p:nvGrpSpPr>
        <p:cNvPr id="330" name="Shape 330"/>
        <p:cNvGrpSpPr/>
        <p:nvPr/>
      </p:nvGrpSpPr>
      <p:grpSpPr>
        <a:xfrm>
          <a:off x="0" y="0"/>
          <a:ext cx="0" cy="0"/>
          <a:chOff x="0" y="0"/>
          <a:chExt cx="0" cy="0"/>
        </a:xfrm>
      </p:grpSpPr>
      <p:sp>
        <p:nvSpPr>
          <p:cNvPr id="331" name="Google Shape;331;p5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2" name="Google Shape;332;p58"/>
          <p:cNvSpPr txBox="1"/>
          <p:nvPr>
            <p:ph idx="1" type="body"/>
          </p:nvPr>
        </p:nvSpPr>
        <p:spPr>
          <a:xfrm>
            <a:off x="311700" y="1152475"/>
            <a:ext cx="4473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333" name="Google Shape;333;p58"/>
          <p:cNvSpPr/>
          <p:nvPr>
            <p:ph idx="2" type="pic"/>
          </p:nvPr>
        </p:nvSpPr>
        <p:spPr>
          <a:xfrm>
            <a:off x="4992024" y="1152775"/>
            <a:ext cx="3840300" cy="3416400"/>
          </a:xfrm>
          <a:prstGeom prst="rect">
            <a:avLst/>
          </a:prstGeom>
          <a:noFill/>
          <a:ln>
            <a:noFill/>
          </a:ln>
        </p:spPr>
      </p:sp>
      <p:sp>
        <p:nvSpPr>
          <p:cNvPr id="334" name="Google Shape;334;p5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CUSTOM_1_1">
    <p:spTree>
      <p:nvGrpSpPr>
        <p:cNvPr id="335" name="Shape 335"/>
        <p:cNvGrpSpPr/>
        <p:nvPr/>
      </p:nvGrpSpPr>
      <p:grpSpPr>
        <a:xfrm>
          <a:off x="0" y="0"/>
          <a:ext cx="0" cy="0"/>
          <a:chOff x="0" y="0"/>
          <a:chExt cx="0" cy="0"/>
        </a:xfrm>
      </p:grpSpPr>
      <p:sp>
        <p:nvSpPr>
          <p:cNvPr id="336" name="Google Shape;336;p5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337" name="Google Shape;337;p59"/>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338" name="Google Shape;338;p59"/>
          <p:cNvSpPr txBox="1"/>
          <p:nvPr>
            <p:ph idx="1" type="body"/>
          </p:nvPr>
        </p:nvSpPr>
        <p:spPr>
          <a:xfrm>
            <a:off x="483150" y="2237788"/>
            <a:ext cx="3619800" cy="23736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339" name="Google Shape;339;p59"/>
          <p:cNvSpPr txBox="1"/>
          <p:nvPr>
            <p:ph idx="2" type="body"/>
          </p:nvPr>
        </p:nvSpPr>
        <p:spPr>
          <a:xfrm>
            <a:off x="5048000" y="2237788"/>
            <a:ext cx="3619800" cy="23736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340" name="Google Shape;340;p59"/>
          <p:cNvSpPr txBox="1"/>
          <p:nvPr>
            <p:ph idx="3" type="subTitle"/>
          </p:nvPr>
        </p:nvSpPr>
        <p:spPr>
          <a:xfrm>
            <a:off x="48315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41" name="Google Shape;341;p59"/>
          <p:cNvSpPr txBox="1"/>
          <p:nvPr>
            <p:ph idx="4" type="subTitle"/>
          </p:nvPr>
        </p:nvSpPr>
        <p:spPr>
          <a:xfrm>
            <a:off x="504800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CUSTOM_2_2">
    <p:spTree>
      <p:nvGrpSpPr>
        <p:cNvPr id="342" name="Shape 342"/>
        <p:cNvGrpSpPr/>
        <p:nvPr/>
      </p:nvGrpSpPr>
      <p:grpSpPr>
        <a:xfrm>
          <a:off x="0" y="0"/>
          <a:ext cx="0" cy="0"/>
          <a:chOff x="0" y="0"/>
          <a:chExt cx="0" cy="0"/>
        </a:xfrm>
      </p:grpSpPr>
      <p:sp>
        <p:nvSpPr>
          <p:cNvPr id="343" name="Google Shape;343;p6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344" name="Google Shape;344;p60"/>
          <p:cNvSpPr txBox="1"/>
          <p:nvPr>
            <p:ph idx="1" type="body"/>
          </p:nvPr>
        </p:nvSpPr>
        <p:spPr>
          <a:xfrm>
            <a:off x="483175" y="2417500"/>
            <a:ext cx="2455500" cy="23736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345" name="Google Shape;345;p60"/>
          <p:cNvSpPr txBox="1"/>
          <p:nvPr>
            <p:ph idx="2" type="body"/>
          </p:nvPr>
        </p:nvSpPr>
        <p:spPr>
          <a:xfrm>
            <a:off x="3347725" y="2417500"/>
            <a:ext cx="2455500" cy="23736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346" name="Google Shape;346;p60"/>
          <p:cNvSpPr txBox="1"/>
          <p:nvPr>
            <p:ph idx="3" type="body"/>
          </p:nvPr>
        </p:nvSpPr>
        <p:spPr>
          <a:xfrm>
            <a:off x="6212275" y="2417500"/>
            <a:ext cx="2455500" cy="23736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347" name="Google Shape;347;p60"/>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348" name="Google Shape;348;p60"/>
          <p:cNvSpPr txBox="1"/>
          <p:nvPr>
            <p:ph idx="4" type="subTitle"/>
          </p:nvPr>
        </p:nvSpPr>
        <p:spPr>
          <a:xfrm>
            <a:off x="4831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49" name="Google Shape;349;p60"/>
          <p:cNvSpPr txBox="1"/>
          <p:nvPr>
            <p:ph idx="5" type="subTitle"/>
          </p:nvPr>
        </p:nvSpPr>
        <p:spPr>
          <a:xfrm>
            <a:off x="334772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50" name="Google Shape;350;p60"/>
          <p:cNvSpPr txBox="1"/>
          <p:nvPr>
            <p:ph idx="6" type="subTitle"/>
          </p:nvPr>
        </p:nvSpPr>
        <p:spPr>
          <a:xfrm>
            <a:off x="62122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CUSTOM_3_1_1">
    <p:spTree>
      <p:nvGrpSpPr>
        <p:cNvPr id="351" name="Shape 351"/>
        <p:cNvGrpSpPr/>
        <p:nvPr/>
      </p:nvGrpSpPr>
      <p:grpSpPr>
        <a:xfrm>
          <a:off x="0" y="0"/>
          <a:ext cx="0" cy="0"/>
          <a:chOff x="0" y="0"/>
          <a:chExt cx="0" cy="0"/>
        </a:xfrm>
      </p:grpSpPr>
      <p:sp>
        <p:nvSpPr>
          <p:cNvPr id="352" name="Google Shape;352;p6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353" name="Google Shape;353;p61"/>
          <p:cNvSpPr txBox="1"/>
          <p:nvPr>
            <p:ph idx="1" type="body"/>
          </p:nvPr>
        </p:nvSpPr>
        <p:spPr>
          <a:xfrm>
            <a:off x="366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354" name="Google Shape;354;p61"/>
          <p:cNvSpPr txBox="1"/>
          <p:nvPr>
            <p:ph idx="2" type="body"/>
          </p:nvPr>
        </p:nvSpPr>
        <p:spPr>
          <a:xfrm>
            <a:off x="4938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355" name="Google Shape;355;p61"/>
          <p:cNvSpPr txBox="1"/>
          <p:nvPr>
            <p:ph idx="3" type="body"/>
          </p:nvPr>
        </p:nvSpPr>
        <p:spPr>
          <a:xfrm>
            <a:off x="366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356" name="Google Shape;356;p61"/>
          <p:cNvSpPr txBox="1"/>
          <p:nvPr>
            <p:ph idx="4" type="body"/>
          </p:nvPr>
        </p:nvSpPr>
        <p:spPr>
          <a:xfrm>
            <a:off x="4938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357" name="Google Shape;357;p61"/>
          <p:cNvSpPr txBox="1"/>
          <p:nvPr>
            <p:ph type="title"/>
          </p:nvPr>
        </p:nvSpPr>
        <p:spPr>
          <a:xfrm>
            <a:off x="366750"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358" name="Google Shape;358;p61"/>
          <p:cNvSpPr txBox="1"/>
          <p:nvPr>
            <p:ph idx="5" type="subTitle"/>
          </p:nvPr>
        </p:nvSpPr>
        <p:spPr>
          <a:xfrm>
            <a:off x="366763"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59" name="Google Shape;359;p61"/>
          <p:cNvSpPr txBox="1"/>
          <p:nvPr>
            <p:ph idx="6" type="subTitle"/>
          </p:nvPr>
        </p:nvSpPr>
        <p:spPr>
          <a:xfrm>
            <a:off x="4938738"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60" name="Google Shape;360;p61"/>
          <p:cNvSpPr txBox="1"/>
          <p:nvPr>
            <p:ph idx="7" type="subTitle"/>
          </p:nvPr>
        </p:nvSpPr>
        <p:spPr>
          <a:xfrm>
            <a:off x="4938761"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61" name="Google Shape;361;p61"/>
          <p:cNvSpPr txBox="1"/>
          <p:nvPr>
            <p:ph idx="8" type="subTitle"/>
          </p:nvPr>
        </p:nvSpPr>
        <p:spPr>
          <a:xfrm>
            <a:off x="366750"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_ONLY_1_1">
    <p:spTree>
      <p:nvGrpSpPr>
        <p:cNvPr id="362" name="Shape 362"/>
        <p:cNvGrpSpPr/>
        <p:nvPr/>
      </p:nvGrpSpPr>
      <p:grpSpPr>
        <a:xfrm>
          <a:off x="0" y="0"/>
          <a:ext cx="0" cy="0"/>
          <a:chOff x="0" y="0"/>
          <a:chExt cx="0" cy="0"/>
        </a:xfrm>
      </p:grpSpPr>
      <p:sp>
        <p:nvSpPr>
          <p:cNvPr id="363" name="Google Shape;363;p6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64" name="Google Shape;364;p6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365" name="Google Shape;365;p62"/>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CUSTOM_4_1_1">
    <p:spTree>
      <p:nvGrpSpPr>
        <p:cNvPr id="366" name="Shape 366"/>
        <p:cNvGrpSpPr/>
        <p:nvPr/>
      </p:nvGrpSpPr>
      <p:grpSpPr>
        <a:xfrm>
          <a:off x="0" y="0"/>
          <a:ext cx="0" cy="0"/>
          <a:chOff x="0" y="0"/>
          <a:chExt cx="0" cy="0"/>
        </a:xfrm>
      </p:grpSpPr>
      <p:sp>
        <p:nvSpPr>
          <p:cNvPr id="367" name="Google Shape;367;p63"/>
          <p:cNvSpPr txBox="1"/>
          <p:nvPr>
            <p:ph idx="1" type="body"/>
          </p:nvPr>
        </p:nvSpPr>
        <p:spPr>
          <a:xfrm>
            <a:off x="311700"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68" name="Google Shape;368;p63"/>
          <p:cNvSpPr/>
          <p:nvPr>
            <p:ph idx="2" type="pic"/>
          </p:nvPr>
        </p:nvSpPr>
        <p:spPr>
          <a:xfrm>
            <a:off x="4804825" y="1133300"/>
            <a:ext cx="4027500" cy="2392800"/>
          </a:xfrm>
          <a:prstGeom prst="rect">
            <a:avLst/>
          </a:prstGeom>
          <a:noFill/>
          <a:ln>
            <a:noFill/>
          </a:ln>
        </p:spPr>
      </p:sp>
      <p:sp>
        <p:nvSpPr>
          <p:cNvPr id="369" name="Google Shape;369;p63"/>
          <p:cNvSpPr/>
          <p:nvPr>
            <p:ph idx="3" type="pic"/>
          </p:nvPr>
        </p:nvSpPr>
        <p:spPr>
          <a:xfrm>
            <a:off x="311725" y="1133300"/>
            <a:ext cx="4027500" cy="2392800"/>
          </a:xfrm>
          <a:prstGeom prst="rect">
            <a:avLst/>
          </a:prstGeom>
          <a:noFill/>
          <a:ln>
            <a:noFill/>
          </a:ln>
        </p:spPr>
      </p:sp>
      <p:sp>
        <p:nvSpPr>
          <p:cNvPr id="370" name="Google Shape;370;p63"/>
          <p:cNvSpPr txBox="1"/>
          <p:nvPr>
            <p:ph idx="4" type="body"/>
          </p:nvPr>
        </p:nvSpPr>
        <p:spPr>
          <a:xfrm>
            <a:off x="4804825"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71" name="Google Shape;371;p6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372" name="Google Shape;372;p6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73" name="Google Shape;373;p63"/>
          <p:cNvSpPr txBox="1"/>
          <p:nvPr>
            <p:ph idx="5" type="subTitle"/>
          </p:nvPr>
        </p:nvSpPr>
        <p:spPr>
          <a:xfrm>
            <a:off x="3117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374" name="Google Shape;374;p63"/>
          <p:cNvSpPr txBox="1"/>
          <p:nvPr>
            <p:ph idx="6" type="subTitle"/>
          </p:nvPr>
        </p:nvSpPr>
        <p:spPr>
          <a:xfrm>
            <a:off x="48048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CUSTOM_4_1_1_1">
    <p:spTree>
      <p:nvGrpSpPr>
        <p:cNvPr id="375" name="Shape 375"/>
        <p:cNvGrpSpPr/>
        <p:nvPr/>
      </p:nvGrpSpPr>
      <p:grpSpPr>
        <a:xfrm>
          <a:off x="0" y="0"/>
          <a:ext cx="0" cy="0"/>
          <a:chOff x="0" y="0"/>
          <a:chExt cx="0" cy="0"/>
        </a:xfrm>
      </p:grpSpPr>
      <p:sp>
        <p:nvSpPr>
          <p:cNvPr id="376" name="Google Shape;376;p64"/>
          <p:cNvSpPr txBox="1"/>
          <p:nvPr>
            <p:ph idx="1" type="body"/>
          </p:nvPr>
        </p:nvSpPr>
        <p:spPr>
          <a:xfrm>
            <a:off x="311700"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77" name="Google Shape;377;p64"/>
          <p:cNvSpPr/>
          <p:nvPr>
            <p:ph idx="2" type="pic"/>
          </p:nvPr>
        </p:nvSpPr>
        <p:spPr>
          <a:xfrm>
            <a:off x="6205225" y="1128325"/>
            <a:ext cx="2627100" cy="2273100"/>
          </a:xfrm>
          <a:prstGeom prst="rect">
            <a:avLst/>
          </a:prstGeom>
          <a:noFill/>
          <a:ln>
            <a:noFill/>
          </a:ln>
        </p:spPr>
      </p:sp>
      <p:sp>
        <p:nvSpPr>
          <p:cNvPr id="378" name="Google Shape;378;p64"/>
          <p:cNvSpPr/>
          <p:nvPr>
            <p:ph idx="3" type="pic"/>
          </p:nvPr>
        </p:nvSpPr>
        <p:spPr>
          <a:xfrm>
            <a:off x="311725" y="1128325"/>
            <a:ext cx="2627100" cy="2273100"/>
          </a:xfrm>
          <a:prstGeom prst="rect">
            <a:avLst/>
          </a:prstGeom>
          <a:noFill/>
          <a:ln>
            <a:noFill/>
          </a:ln>
        </p:spPr>
      </p:sp>
      <p:sp>
        <p:nvSpPr>
          <p:cNvPr id="379" name="Google Shape;379;p64"/>
          <p:cNvSpPr txBox="1"/>
          <p:nvPr>
            <p:ph idx="4" type="body"/>
          </p:nvPr>
        </p:nvSpPr>
        <p:spPr>
          <a:xfrm>
            <a:off x="6205225"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80" name="Google Shape;380;p64"/>
          <p:cNvSpPr/>
          <p:nvPr>
            <p:ph idx="5" type="pic"/>
          </p:nvPr>
        </p:nvSpPr>
        <p:spPr>
          <a:xfrm>
            <a:off x="3255250" y="1128325"/>
            <a:ext cx="2627100" cy="2273100"/>
          </a:xfrm>
          <a:prstGeom prst="rect">
            <a:avLst/>
          </a:prstGeom>
          <a:noFill/>
          <a:ln>
            <a:noFill/>
          </a:ln>
        </p:spPr>
      </p:sp>
      <p:sp>
        <p:nvSpPr>
          <p:cNvPr id="381" name="Google Shape;381;p64"/>
          <p:cNvSpPr txBox="1"/>
          <p:nvPr>
            <p:ph idx="6" type="body"/>
          </p:nvPr>
        </p:nvSpPr>
        <p:spPr>
          <a:xfrm>
            <a:off x="3255250"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82" name="Google Shape;382;p6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383" name="Google Shape;383;p6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4" name="Google Shape;384;p64"/>
          <p:cNvSpPr txBox="1"/>
          <p:nvPr>
            <p:ph idx="7" type="subTitle"/>
          </p:nvPr>
        </p:nvSpPr>
        <p:spPr>
          <a:xfrm>
            <a:off x="3117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385" name="Google Shape;385;p64"/>
          <p:cNvSpPr txBox="1"/>
          <p:nvPr>
            <p:ph idx="8" type="subTitle"/>
          </p:nvPr>
        </p:nvSpPr>
        <p:spPr>
          <a:xfrm>
            <a:off x="62052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386" name="Google Shape;386;p64"/>
          <p:cNvSpPr txBox="1"/>
          <p:nvPr>
            <p:ph idx="9" type="subTitle"/>
          </p:nvPr>
        </p:nvSpPr>
        <p:spPr>
          <a:xfrm>
            <a:off x="3255250"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CUSTOM_5_1_2">
    <p:spTree>
      <p:nvGrpSpPr>
        <p:cNvPr id="387" name="Shape 387"/>
        <p:cNvGrpSpPr/>
        <p:nvPr/>
      </p:nvGrpSpPr>
      <p:grpSpPr>
        <a:xfrm>
          <a:off x="0" y="0"/>
          <a:ext cx="0" cy="0"/>
          <a:chOff x="0" y="0"/>
          <a:chExt cx="0" cy="0"/>
        </a:xfrm>
      </p:grpSpPr>
      <p:sp>
        <p:nvSpPr>
          <p:cNvPr id="388" name="Google Shape;388;p65"/>
          <p:cNvSpPr/>
          <p:nvPr>
            <p:ph idx="2" type="pic"/>
          </p:nvPr>
        </p:nvSpPr>
        <p:spPr>
          <a:xfrm>
            <a:off x="311700" y="445025"/>
            <a:ext cx="8520600" cy="4218300"/>
          </a:xfrm>
          <a:prstGeom prst="rect">
            <a:avLst/>
          </a:prstGeom>
          <a:noFill/>
          <a:ln>
            <a:noFill/>
          </a:ln>
        </p:spPr>
      </p:sp>
      <p:sp>
        <p:nvSpPr>
          <p:cNvPr id="389" name="Google Shape;389;p6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CUSTOM_6_1">
    <p:spTree>
      <p:nvGrpSpPr>
        <p:cNvPr id="390" name="Shape 390"/>
        <p:cNvGrpSpPr/>
        <p:nvPr/>
      </p:nvGrpSpPr>
      <p:grpSpPr>
        <a:xfrm>
          <a:off x="0" y="0"/>
          <a:ext cx="0" cy="0"/>
          <a:chOff x="0" y="0"/>
          <a:chExt cx="0" cy="0"/>
        </a:xfrm>
      </p:grpSpPr>
      <p:sp>
        <p:nvSpPr>
          <p:cNvPr id="391" name="Google Shape;391;p6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392" name="Google Shape;392;p66"/>
          <p:cNvSpPr/>
          <p:nvPr>
            <p:ph idx="2" type="pic"/>
          </p:nvPr>
        </p:nvSpPr>
        <p:spPr>
          <a:xfrm>
            <a:off x="3389600" y="118913"/>
            <a:ext cx="1643700" cy="1535100"/>
          </a:xfrm>
          <a:prstGeom prst="rect">
            <a:avLst/>
          </a:prstGeom>
          <a:noFill/>
          <a:ln>
            <a:noFill/>
          </a:ln>
        </p:spPr>
      </p:sp>
      <p:sp>
        <p:nvSpPr>
          <p:cNvPr id="393" name="Google Shape;393;p66"/>
          <p:cNvSpPr/>
          <p:nvPr>
            <p:ph idx="3" type="pic"/>
          </p:nvPr>
        </p:nvSpPr>
        <p:spPr>
          <a:xfrm>
            <a:off x="5195935" y="118913"/>
            <a:ext cx="1643700" cy="1535100"/>
          </a:xfrm>
          <a:prstGeom prst="rect">
            <a:avLst/>
          </a:prstGeom>
          <a:noFill/>
          <a:ln>
            <a:noFill/>
          </a:ln>
        </p:spPr>
      </p:sp>
      <p:sp>
        <p:nvSpPr>
          <p:cNvPr id="394" name="Google Shape;394;p66"/>
          <p:cNvSpPr/>
          <p:nvPr>
            <p:ph idx="4" type="pic"/>
          </p:nvPr>
        </p:nvSpPr>
        <p:spPr>
          <a:xfrm>
            <a:off x="7002270" y="118913"/>
            <a:ext cx="1643700" cy="1535100"/>
          </a:xfrm>
          <a:prstGeom prst="rect">
            <a:avLst/>
          </a:prstGeom>
          <a:noFill/>
          <a:ln>
            <a:noFill/>
          </a:ln>
        </p:spPr>
      </p:sp>
      <p:sp>
        <p:nvSpPr>
          <p:cNvPr id="395" name="Google Shape;395;p66"/>
          <p:cNvSpPr/>
          <p:nvPr>
            <p:ph idx="5" type="pic"/>
          </p:nvPr>
        </p:nvSpPr>
        <p:spPr>
          <a:xfrm>
            <a:off x="3389588" y="1804212"/>
            <a:ext cx="1643700" cy="1535100"/>
          </a:xfrm>
          <a:prstGeom prst="rect">
            <a:avLst/>
          </a:prstGeom>
          <a:noFill/>
          <a:ln>
            <a:noFill/>
          </a:ln>
        </p:spPr>
      </p:sp>
      <p:sp>
        <p:nvSpPr>
          <p:cNvPr id="396" name="Google Shape;396;p66"/>
          <p:cNvSpPr/>
          <p:nvPr>
            <p:ph idx="6" type="pic"/>
          </p:nvPr>
        </p:nvSpPr>
        <p:spPr>
          <a:xfrm>
            <a:off x="5195922" y="1804212"/>
            <a:ext cx="1643700" cy="1535100"/>
          </a:xfrm>
          <a:prstGeom prst="rect">
            <a:avLst/>
          </a:prstGeom>
          <a:noFill/>
          <a:ln>
            <a:noFill/>
          </a:ln>
        </p:spPr>
      </p:sp>
      <p:sp>
        <p:nvSpPr>
          <p:cNvPr id="397" name="Google Shape;397;p66"/>
          <p:cNvSpPr/>
          <p:nvPr>
            <p:ph idx="7" type="pic"/>
          </p:nvPr>
        </p:nvSpPr>
        <p:spPr>
          <a:xfrm>
            <a:off x="7002257" y="1804212"/>
            <a:ext cx="1643700" cy="1535100"/>
          </a:xfrm>
          <a:prstGeom prst="rect">
            <a:avLst/>
          </a:prstGeom>
          <a:noFill/>
          <a:ln>
            <a:noFill/>
          </a:ln>
        </p:spPr>
      </p:sp>
      <p:sp>
        <p:nvSpPr>
          <p:cNvPr id="398" name="Google Shape;398;p66"/>
          <p:cNvSpPr txBox="1"/>
          <p:nvPr>
            <p:ph type="title"/>
          </p:nvPr>
        </p:nvSpPr>
        <p:spPr>
          <a:xfrm>
            <a:off x="351550" y="445025"/>
            <a:ext cx="2596800" cy="1706400"/>
          </a:xfrm>
          <a:prstGeom prst="rect">
            <a:avLst/>
          </a:prstGeom>
        </p:spPr>
        <p:txBody>
          <a:bodyPr anchorCtr="0" anchor="t" bIns="91425" lIns="91425" spcFirstLastPara="1" rIns="91425" wrap="square" tIns="91425">
            <a:spAutoFit/>
          </a:bodyPr>
          <a:lstStyle>
            <a:lvl1pPr lvl="0">
              <a:spcBef>
                <a:spcPts val="0"/>
              </a:spcBef>
              <a:spcAft>
                <a:spcPts val="0"/>
              </a:spcAft>
              <a:buSzPts val="2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9" name="Google Shape;399;p66"/>
          <p:cNvSpPr/>
          <p:nvPr>
            <p:ph idx="8" type="pic"/>
          </p:nvPr>
        </p:nvSpPr>
        <p:spPr>
          <a:xfrm>
            <a:off x="3389588" y="3489487"/>
            <a:ext cx="1643700" cy="1535100"/>
          </a:xfrm>
          <a:prstGeom prst="rect">
            <a:avLst/>
          </a:prstGeom>
          <a:noFill/>
          <a:ln>
            <a:noFill/>
          </a:ln>
        </p:spPr>
      </p:sp>
      <p:sp>
        <p:nvSpPr>
          <p:cNvPr id="400" name="Google Shape;400;p66"/>
          <p:cNvSpPr/>
          <p:nvPr>
            <p:ph idx="9" type="pic"/>
          </p:nvPr>
        </p:nvSpPr>
        <p:spPr>
          <a:xfrm>
            <a:off x="5195922" y="3489487"/>
            <a:ext cx="1643700" cy="1535100"/>
          </a:xfrm>
          <a:prstGeom prst="rect">
            <a:avLst/>
          </a:prstGeom>
          <a:noFill/>
          <a:ln>
            <a:noFill/>
          </a:ln>
        </p:spPr>
      </p:sp>
      <p:sp>
        <p:nvSpPr>
          <p:cNvPr id="401" name="Google Shape;401;p66"/>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3.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40" Type="http://schemas.openxmlformats.org/officeDocument/2006/relationships/slideLayout" Target="../slideLayouts/slideLayout51.xml"/><Relationship Id="rId42" Type="http://schemas.openxmlformats.org/officeDocument/2006/relationships/slideLayout" Target="../slideLayouts/slideLayout53.xml"/><Relationship Id="rId41" Type="http://schemas.openxmlformats.org/officeDocument/2006/relationships/slideLayout" Target="../slideLayouts/slideLayout52.xml"/><Relationship Id="rId44" Type="http://schemas.openxmlformats.org/officeDocument/2006/relationships/slideLayout" Target="../slideLayouts/slideLayout55.xml"/><Relationship Id="rId43" Type="http://schemas.openxmlformats.org/officeDocument/2006/relationships/slideLayout" Target="../slideLayouts/slideLayout54.xml"/><Relationship Id="rId46" Type="http://schemas.openxmlformats.org/officeDocument/2006/relationships/slideLayout" Target="../slideLayouts/slideLayout57.xml"/><Relationship Id="rId45" Type="http://schemas.openxmlformats.org/officeDocument/2006/relationships/slideLayout" Target="../slideLayouts/slideLayout56.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48" Type="http://schemas.openxmlformats.org/officeDocument/2006/relationships/slideLayout" Target="../slideLayouts/slideLayout59.xml"/><Relationship Id="rId47" Type="http://schemas.openxmlformats.org/officeDocument/2006/relationships/slideLayout" Target="../slideLayouts/slideLayout58.xml"/><Relationship Id="rId49" Type="http://schemas.openxmlformats.org/officeDocument/2006/relationships/slideLayout" Target="../slideLayouts/slideLayout6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31" Type="http://schemas.openxmlformats.org/officeDocument/2006/relationships/slideLayout" Target="../slideLayouts/slideLayout42.xml"/><Relationship Id="rId30" Type="http://schemas.openxmlformats.org/officeDocument/2006/relationships/slideLayout" Target="../slideLayouts/slideLayout41.xml"/><Relationship Id="rId33" Type="http://schemas.openxmlformats.org/officeDocument/2006/relationships/slideLayout" Target="../slideLayouts/slideLayout44.xml"/><Relationship Id="rId32" Type="http://schemas.openxmlformats.org/officeDocument/2006/relationships/slideLayout" Target="../slideLayouts/slideLayout43.xml"/><Relationship Id="rId35" Type="http://schemas.openxmlformats.org/officeDocument/2006/relationships/slideLayout" Target="../slideLayouts/slideLayout46.xml"/><Relationship Id="rId34" Type="http://schemas.openxmlformats.org/officeDocument/2006/relationships/slideLayout" Target="../slideLayouts/slideLayout45.xml"/><Relationship Id="rId37" Type="http://schemas.openxmlformats.org/officeDocument/2006/relationships/slideLayout" Target="../slideLayouts/slideLayout48.xml"/><Relationship Id="rId36" Type="http://schemas.openxmlformats.org/officeDocument/2006/relationships/slideLayout" Target="../slideLayouts/slideLayout47.xml"/><Relationship Id="rId39" Type="http://schemas.openxmlformats.org/officeDocument/2006/relationships/slideLayout" Target="../slideLayouts/slideLayout50.xml"/><Relationship Id="rId38" Type="http://schemas.openxmlformats.org/officeDocument/2006/relationships/slideLayout" Target="../slideLayouts/slideLayout49.xml"/><Relationship Id="rId20" Type="http://schemas.openxmlformats.org/officeDocument/2006/relationships/slideLayout" Target="../slideLayouts/slideLayout31.xml"/><Relationship Id="rId22" Type="http://schemas.openxmlformats.org/officeDocument/2006/relationships/slideLayout" Target="../slideLayouts/slideLayout33.xml"/><Relationship Id="rId21" Type="http://schemas.openxmlformats.org/officeDocument/2006/relationships/slideLayout" Target="../slideLayouts/slideLayout32.xml"/><Relationship Id="rId24" Type="http://schemas.openxmlformats.org/officeDocument/2006/relationships/slideLayout" Target="../slideLayouts/slideLayout35.xml"/><Relationship Id="rId23" Type="http://schemas.openxmlformats.org/officeDocument/2006/relationships/slideLayout" Target="../slideLayouts/slideLayout34.xml"/><Relationship Id="rId26" Type="http://schemas.openxmlformats.org/officeDocument/2006/relationships/slideLayout" Target="../slideLayouts/slideLayout37.xml"/><Relationship Id="rId25" Type="http://schemas.openxmlformats.org/officeDocument/2006/relationships/slideLayout" Target="../slideLayouts/slideLayout36.xml"/><Relationship Id="rId28" Type="http://schemas.openxmlformats.org/officeDocument/2006/relationships/slideLayout" Target="../slideLayouts/slideLayout39.xml"/><Relationship Id="rId27" Type="http://schemas.openxmlformats.org/officeDocument/2006/relationships/slideLayout" Target="../slideLayouts/slideLayout38.xml"/><Relationship Id="rId29" Type="http://schemas.openxmlformats.org/officeDocument/2006/relationships/slideLayout" Target="../slideLayouts/slideLayout40.xml"/><Relationship Id="rId51" Type="http://schemas.openxmlformats.org/officeDocument/2006/relationships/slideLayout" Target="../slideLayouts/slideLayout62.xml"/><Relationship Id="rId50" Type="http://schemas.openxmlformats.org/officeDocument/2006/relationships/slideLayout" Target="../slideLayouts/slideLayout61.xml"/><Relationship Id="rId53" Type="http://schemas.openxmlformats.org/officeDocument/2006/relationships/slideLayout" Target="../slideLayouts/slideLayout64.xml"/><Relationship Id="rId52" Type="http://schemas.openxmlformats.org/officeDocument/2006/relationships/slideLayout" Target="../slideLayouts/slideLayout63.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54" Type="http://schemas.openxmlformats.org/officeDocument/2006/relationships/theme" Target="../theme/theme1.xml"/><Relationship Id="rId13" Type="http://schemas.openxmlformats.org/officeDocument/2006/relationships/slideLayout" Target="../slideLayouts/slideLayout24.xml"/><Relationship Id="rId12" Type="http://schemas.openxmlformats.org/officeDocument/2006/relationships/slideLayout" Target="../slideLayouts/slideLayout23.xml"/><Relationship Id="rId15" Type="http://schemas.openxmlformats.org/officeDocument/2006/relationships/slideLayout" Target="../slideLayouts/slideLayout26.xml"/><Relationship Id="rId14" Type="http://schemas.openxmlformats.org/officeDocument/2006/relationships/slideLayout" Target="../slideLayouts/slideLayout25.xml"/><Relationship Id="rId17" Type="http://schemas.openxmlformats.org/officeDocument/2006/relationships/slideLayout" Target="../slideLayouts/slideLayout28.xml"/><Relationship Id="rId16" Type="http://schemas.openxmlformats.org/officeDocument/2006/relationships/slideLayout" Target="../slideLayouts/slideLayout27.xml"/><Relationship Id="rId19" Type="http://schemas.openxmlformats.org/officeDocument/2006/relationships/slideLayout" Target="../slideLayouts/slideLayout30.xml"/><Relationship Id="rId18" Type="http://schemas.openxmlformats.org/officeDocument/2006/relationships/slideLayout" Target="../slideLayouts/slideLayout2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2"/>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347550" y="425875"/>
            <a:ext cx="2916300" cy="12885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lt1"/>
              </a:buClr>
              <a:buSzPts val="2400"/>
              <a:buFont typeface="Nanum Myeongjo"/>
              <a:buNone/>
              <a:defRPr sz="2400">
                <a:solidFill>
                  <a:schemeClr val="lt1"/>
                </a:solidFill>
                <a:latin typeface="Nanum Myeongjo"/>
                <a:ea typeface="Nanum Myeongjo"/>
                <a:cs typeface="Nanum Myeongjo"/>
                <a:sym typeface="Nanum Myeongjo"/>
              </a:defRPr>
            </a:lvl1pPr>
            <a:lvl2pPr lvl="1">
              <a:spcBef>
                <a:spcPts val="0"/>
              </a:spcBef>
              <a:spcAft>
                <a:spcPts val="0"/>
              </a:spcAft>
              <a:buClr>
                <a:schemeClr val="lt1"/>
              </a:buClr>
              <a:buSzPts val="1400"/>
              <a:buFont typeface="Nanum Myeongjo"/>
              <a:buNone/>
              <a:defRPr>
                <a:solidFill>
                  <a:schemeClr val="lt1"/>
                </a:solidFill>
                <a:latin typeface="Nanum Myeongjo"/>
                <a:ea typeface="Nanum Myeongjo"/>
                <a:cs typeface="Nanum Myeongjo"/>
                <a:sym typeface="Nanum Myeongjo"/>
              </a:defRPr>
            </a:lvl2pPr>
            <a:lvl3pPr lvl="2">
              <a:spcBef>
                <a:spcPts val="0"/>
              </a:spcBef>
              <a:spcAft>
                <a:spcPts val="0"/>
              </a:spcAft>
              <a:buClr>
                <a:schemeClr val="lt1"/>
              </a:buClr>
              <a:buSzPts val="1400"/>
              <a:buFont typeface="Nanum Myeongjo"/>
              <a:buNone/>
              <a:defRPr>
                <a:solidFill>
                  <a:schemeClr val="lt1"/>
                </a:solidFill>
                <a:latin typeface="Nanum Myeongjo"/>
                <a:ea typeface="Nanum Myeongjo"/>
                <a:cs typeface="Nanum Myeongjo"/>
                <a:sym typeface="Nanum Myeongjo"/>
              </a:defRPr>
            </a:lvl3pPr>
            <a:lvl4pPr lvl="3">
              <a:spcBef>
                <a:spcPts val="0"/>
              </a:spcBef>
              <a:spcAft>
                <a:spcPts val="0"/>
              </a:spcAft>
              <a:buClr>
                <a:schemeClr val="lt1"/>
              </a:buClr>
              <a:buSzPts val="1400"/>
              <a:buFont typeface="Nanum Myeongjo"/>
              <a:buNone/>
              <a:defRPr>
                <a:solidFill>
                  <a:schemeClr val="lt1"/>
                </a:solidFill>
                <a:latin typeface="Nanum Myeongjo"/>
                <a:ea typeface="Nanum Myeongjo"/>
                <a:cs typeface="Nanum Myeongjo"/>
                <a:sym typeface="Nanum Myeongjo"/>
              </a:defRPr>
            </a:lvl4pPr>
            <a:lvl5pPr lvl="4">
              <a:spcBef>
                <a:spcPts val="0"/>
              </a:spcBef>
              <a:spcAft>
                <a:spcPts val="0"/>
              </a:spcAft>
              <a:buClr>
                <a:schemeClr val="lt1"/>
              </a:buClr>
              <a:buSzPts val="1400"/>
              <a:buFont typeface="Nanum Myeongjo"/>
              <a:buNone/>
              <a:defRPr>
                <a:solidFill>
                  <a:schemeClr val="lt1"/>
                </a:solidFill>
                <a:latin typeface="Nanum Myeongjo"/>
                <a:ea typeface="Nanum Myeongjo"/>
                <a:cs typeface="Nanum Myeongjo"/>
                <a:sym typeface="Nanum Myeongjo"/>
              </a:defRPr>
            </a:lvl5pPr>
            <a:lvl6pPr lvl="5">
              <a:spcBef>
                <a:spcPts val="0"/>
              </a:spcBef>
              <a:spcAft>
                <a:spcPts val="0"/>
              </a:spcAft>
              <a:buClr>
                <a:schemeClr val="lt1"/>
              </a:buClr>
              <a:buSzPts val="1400"/>
              <a:buFont typeface="Nanum Myeongjo"/>
              <a:buNone/>
              <a:defRPr>
                <a:solidFill>
                  <a:schemeClr val="lt1"/>
                </a:solidFill>
                <a:latin typeface="Nanum Myeongjo"/>
                <a:ea typeface="Nanum Myeongjo"/>
                <a:cs typeface="Nanum Myeongjo"/>
                <a:sym typeface="Nanum Myeongjo"/>
              </a:defRPr>
            </a:lvl6pPr>
            <a:lvl7pPr lvl="6">
              <a:spcBef>
                <a:spcPts val="0"/>
              </a:spcBef>
              <a:spcAft>
                <a:spcPts val="0"/>
              </a:spcAft>
              <a:buClr>
                <a:schemeClr val="lt1"/>
              </a:buClr>
              <a:buSzPts val="1400"/>
              <a:buFont typeface="Nanum Myeongjo"/>
              <a:buNone/>
              <a:defRPr>
                <a:solidFill>
                  <a:schemeClr val="lt1"/>
                </a:solidFill>
                <a:latin typeface="Nanum Myeongjo"/>
                <a:ea typeface="Nanum Myeongjo"/>
                <a:cs typeface="Nanum Myeongjo"/>
                <a:sym typeface="Nanum Myeongjo"/>
              </a:defRPr>
            </a:lvl7pPr>
            <a:lvl8pPr lvl="7">
              <a:spcBef>
                <a:spcPts val="0"/>
              </a:spcBef>
              <a:spcAft>
                <a:spcPts val="0"/>
              </a:spcAft>
              <a:buClr>
                <a:schemeClr val="lt1"/>
              </a:buClr>
              <a:buSzPts val="1400"/>
              <a:buFont typeface="Nanum Myeongjo"/>
              <a:buNone/>
              <a:defRPr>
                <a:solidFill>
                  <a:schemeClr val="lt1"/>
                </a:solidFill>
                <a:latin typeface="Nanum Myeongjo"/>
                <a:ea typeface="Nanum Myeongjo"/>
                <a:cs typeface="Nanum Myeongjo"/>
                <a:sym typeface="Nanum Myeongjo"/>
              </a:defRPr>
            </a:lvl8pPr>
            <a:lvl9pPr lvl="8">
              <a:spcBef>
                <a:spcPts val="0"/>
              </a:spcBef>
              <a:spcAft>
                <a:spcPts val="0"/>
              </a:spcAft>
              <a:buClr>
                <a:schemeClr val="lt1"/>
              </a:buClr>
              <a:buSzPts val="1400"/>
              <a:buFont typeface="Nanum Myeongjo"/>
              <a:buNone/>
              <a:defRPr>
                <a:solidFill>
                  <a:schemeClr val="lt1"/>
                </a:solidFill>
                <a:latin typeface="Nanum Myeongjo"/>
                <a:ea typeface="Nanum Myeongjo"/>
                <a:cs typeface="Nanum Myeongjo"/>
                <a:sym typeface="Nanum Myeongjo"/>
              </a:defRPr>
            </a:lvl9pPr>
          </a:lstStyle>
          <a:p/>
        </p:txBody>
      </p:sp>
      <p:sp>
        <p:nvSpPr>
          <p:cNvPr id="52" name="Google Shape;52;p13"/>
          <p:cNvSpPr txBox="1"/>
          <p:nvPr>
            <p:ph idx="1" type="body"/>
          </p:nvPr>
        </p:nvSpPr>
        <p:spPr>
          <a:xfrm>
            <a:off x="347550" y="1714375"/>
            <a:ext cx="5780700" cy="29163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Clr>
                <a:schemeClr val="lt1"/>
              </a:buClr>
              <a:buSzPts val="1400"/>
              <a:buFont typeface="Albert Sans"/>
              <a:buChar char="●"/>
              <a:defRPr u="sng">
                <a:solidFill>
                  <a:schemeClr val="lt1"/>
                </a:solidFill>
                <a:latin typeface="Albert Sans"/>
                <a:ea typeface="Albert Sans"/>
                <a:cs typeface="Albert Sans"/>
                <a:sym typeface="Albert Sans"/>
              </a:defRPr>
            </a:lvl1pPr>
            <a:lvl2pPr indent="-317500" lvl="1" marL="914400">
              <a:spcBef>
                <a:spcPts val="0"/>
              </a:spcBef>
              <a:spcAft>
                <a:spcPts val="0"/>
              </a:spcAft>
              <a:buClr>
                <a:schemeClr val="lt1"/>
              </a:buClr>
              <a:buSzPts val="1400"/>
              <a:buFont typeface="Albert Sans"/>
              <a:buChar char="○"/>
              <a:defRPr u="sng">
                <a:solidFill>
                  <a:schemeClr val="lt1"/>
                </a:solidFill>
                <a:latin typeface="Albert Sans"/>
                <a:ea typeface="Albert Sans"/>
                <a:cs typeface="Albert Sans"/>
                <a:sym typeface="Albert Sans"/>
              </a:defRPr>
            </a:lvl2pPr>
            <a:lvl3pPr indent="-317500" lvl="2" marL="1371600">
              <a:spcBef>
                <a:spcPts val="0"/>
              </a:spcBef>
              <a:spcAft>
                <a:spcPts val="0"/>
              </a:spcAft>
              <a:buClr>
                <a:schemeClr val="lt1"/>
              </a:buClr>
              <a:buSzPts val="1400"/>
              <a:buFont typeface="Albert Sans"/>
              <a:buChar char="■"/>
              <a:defRPr u="sng">
                <a:solidFill>
                  <a:schemeClr val="lt1"/>
                </a:solidFill>
                <a:latin typeface="Albert Sans"/>
                <a:ea typeface="Albert Sans"/>
                <a:cs typeface="Albert Sans"/>
                <a:sym typeface="Albert Sans"/>
              </a:defRPr>
            </a:lvl3pPr>
            <a:lvl4pPr indent="-317500" lvl="3" marL="1828800">
              <a:spcBef>
                <a:spcPts val="0"/>
              </a:spcBef>
              <a:spcAft>
                <a:spcPts val="0"/>
              </a:spcAft>
              <a:buClr>
                <a:schemeClr val="lt1"/>
              </a:buClr>
              <a:buSzPts val="1400"/>
              <a:buFont typeface="Albert Sans"/>
              <a:buChar char="●"/>
              <a:defRPr u="sng">
                <a:solidFill>
                  <a:schemeClr val="lt1"/>
                </a:solidFill>
                <a:latin typeface="Albert Sans"/>
                <a:ea typeface="Albert Sans"/>
                <a:cs typeface="Albert Sans"/>
                <a:sym typeface="Albert Sans"/>
              </a:defRPr>
            </a:lvl4pPr>
            <a:lvl5pPr indent="-317500" lvl="4" marL="2286000">
              <a:spcBef>
                <a:spcPts val="0"/>
              </a:spcBef>
              <a:spcAft>
                <a:spcPts val="0"/>
              </a:spcAft>
              <a:buClr>
                <a:schemeClr val="lt1"/>
              </a:buClr>
              <a:buSzPts val="1400"/>
              <a:buFont typeface="Albert Sans"/>
              <a:buChar char="○"/>
              <a:defRPr u="sng">
                <a:solidFill>
                  <a:schemeClr val="lt1"/>
                </a:solidFill>
                <a:latin typeface="Albert Sans"/>
                <a:ea typeface="Albert Sans"/>
                <a:cs typeface="Albert Sans"/>
                <a:sym typeface="Albert Sans"/>
              </a:defRPr>
            </a:lvl5pPr>
            <a:lvl6pPr indent="-317500" lvl="5" marL="2743200">
              <a:spcBef>
                <a:spcPts val="0"/>
              </a:spcBef>
              <a:spcAft>
                <a:spcPts val="0"/>
              </a:spcAft>
              <a:buClr>
                <a:schemeClr val="lt1"/>
              </a:buClr>
              <a:buSzPts val="1400"/>
              <a:buFont typeface="Albert Sans"/>
              <a:buChar char="■"/>
              <a:defRPr u="sng">
                <a:solidFill>
                  <a:schemeClr val="lt1"/>
                </a:solidFill>
                <a:latin typeface="Albert Sans"/>
                <a:ea typeface="Albert Sans"/>
                <a:cs typeface="Albert Sans"/>
                <a:sym typeface="Albert Sans"/>
              </a:defRPr>
            </a:lvl6pPr>
            <a:lvl7pPr indent="-317500" lvl="6" marL="3200400">
              <a:spcBef>
                <a:spcPts val="0"/>
              </a:spcBef>
              <a:spcAft>
                <a:spcPts val="0"/>
              </a:spcAft>
              <a:buClr>
                <a:schemeClr val="lt1"/>
              </a:buClr>
              <a:buSzPts val="1400"/>
              <a:buFont typeface="Albert Sans"/>
              <a:buChar char="●"/>
              <a:defRPr u="sng">
                <a:solidFill>
                  <a:schemeClr val="lt1"/>
                </a:solidFill>
                <a:latin typeface="Albert Sans"/>
                <a:ea typeface="Albert Sans"/>
                <a:cs typeface="Albert Sans"/>
                <a:sym typeface="Albert Sans"/>
              </a:defRPr>
            </a:lvl7pPr>
            <a:lvl8pPr indent="-317500" lvl="7" marL="3657600">
              <a:spcBef>
                <a:spcPts val="0"/>
              </a:spcBef>
              <a:spcAft>
                <a:spcPts val="0"/>
              </a:spcAft>
              <a:buClr>
                <a:schemeClr val="lt1"/>
              </a:buClr>
              <a:buSzPts val="1400"/>
              <a:buFont typeface="Albert Sans"/>
              <a:buChar char="○"/>
              <a:defRPr u="sng">
                <a:solidFill>
                  <a:schemeClr val="lt1"/>
                </a:solidFill>
                <a:latin typeface="Albert Sans"/>
                <a:ea typeface="Albert Sans"/>
                <a:cs typeface="Albert Sans"/>
                <a:sym typeface="Albert Sans"/>
              </a:defRPr>
            </a:lvl8pPr>
            <a:lvl9pPr indent="-317500" lvl="8" marL="4114800">
              <a:spcBef>
                <a:spcPts val="0"/>
              </a:spcBef>
              <a:spcAft>
                <a:spcPts val="0"/>
              </a:spcAft>
              <a:buClr>
                <a:schemeClr val="lt1"/>
              </a:buClr>
              <a:buSzPts val="1400"/>
              <a:buFont typeface="Albert Sans"/>
              <a:buChar char="■"/>
              <a:defRPr u="sng">
                <a:solidFill>
                  <a:schemeClr val="lt1"/>
                </a:solidFill>
                <a:latin typeface="Albert Sans"/>
                <a:ea typeface="Albert Sans"/>
                <a:cs typeface="Albert Sans"/>
                <a:sym typeface="Albert Sans"/>
              </a:defRPr>
            </a:lvl9pPr>
          </a:lstStyle>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 id="2147483681" r:id="rId23"/>
    <p:sldLayoutId id="2147483682" r:id="rId24"/>
    <p:sldLayoutId id="2147483683" r:id="rId25"/>
    <p:sldLayoutId id="2147483684" r:id="rId26"/>
    <p:sldLayoutId id="2147483685" r:id="rId27"/>
    <p:sldLayoutId id="2147483686" r:id="rId28"/>
    <p:sldLayoutId id="2147483687" r:id="rId29"/>
    <p:sldLayoutId id="2147483688" r:id="rId30"/>
    <p:sldLayoutId id="2147483689" r:id="rId31"/>
    <p:sldLayoutId id="2147483690" r:id="rId32"/>
    <p:sldLayoutId id="2147483691" r:id="rId33"/>
    <p:sldLayoutId id="2147483692" r:id="rId34"/>
    <p:sldLayoutId id="2147483693" r:id="rId35"/>
    <p:sldLayoutId id="2147483694" r:id="rId36"/>
    <p:sldLayoutId id="2147483695" r:id="rId37"/>
    <p:sldLayoutId id="2147483696" r:id="rId38"/>
    <p:sldLayoutId id="2147483697" r:id="rId39"/>
    <p:sldLayoutId id="2147483698" r:id="rId40"/>
    <p:sldLayoutId id="2147483699" r:id="rId41"/>
    <p:sldLayoutId id="2147483700" r:id="rId42"/>
    <p:sldLayoutId id="2147483701" r:id="rId43"/>
    <p:sldLayoutId id="2147483702" r:id="rId44"/>
    <p:sldLayoutId id="2147483703" r:id="rId45"/>
    <p:sldLayoutId id="2147483704" r:id="rId46"/>
    <p:sldLayoutId id="2147483705" r:id="rId47"/>
    <p:sldLayoutId id="2147483706" r:id="rId48"/>
    <p:sldLayoutId id="2147483707" r:id="rId49"/>
    <p:sldLayoutId id="2147483708" r:id="rId50"/>
    <p:sldLayoutId id="2147483709" r:id="rId51"/>
    <p:sldLayoutId id="2147483710" r:id="rId52"/>
    <p:sldLayoutId id="2147483711" r:id="rId5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219">
          <p15:clr>
            <a:srgbClr val="E46962"/>
          </p15:clr>
        </p15:guide>
        <p15:guide id="2" pos="593">
          <p15:clr>
            <a:srgbClr val="E46962"/>
          </p15:clr>
        </p15:guide>
        <p15:guide id="3" pos="669">
          <p15:clr>
            <a:srgbClr val="E46962"/>
          </p15:clr>
        </p15:guide>
        <p15:guide id="4" pos="1044">
          <p15:clr>
            <a:srgbClr val="E46962"/>
          </p15:clr>
        </p15:guide>
        <p15:guide id="5" pos="1119">
          <p15:clr>
            <a:srgbClr val="E46962"/>
          </p15:clr>
        </p15:guide>
        <p15:guide id="6" pos="1494">
          <p15:clr>
            <a:srgbClr val="E46962"/>
          </p15:clr>
        </p15:guide>
        <p15:guide id="7" pos="1569">
          <p15:clr>
            <a:srgbClr val="E46962"/>
          </p15:clr>
        </p15:guide>
        <p15:guide id="8" pos="1944">
          <p15:clr>
            <a:srgbClr val="E46962"/>
          </p15:clr>
        </p15:guide>
        <p15:guide id="9" pos="2019">
          <p15:clr>
            <a:srgbClr val="E46962"/>
          </p15:clr>
        </p15:guide>
        <p15:guide id="10" pos="2394">
          <p15:clr>
            <a:srgbClr val="E46962"/>
          </p15:clr>
        </p15:guide>
        <p15:guide id="11" pos="2469">
          <p15:clr>
            <a:srgbClr val="E46962"/>
          </p15:clr>
        </p15:guide>
        <p15:guide id="12" pos="2844">
          <p15:clr>
            <a:srgbClr val="E46962"/>
          </p15:clr>
        </p15:guide>
        <p15:guide id="13" pos="2919">
          <p15:clr>
            <a:srgbClr val="E46962"/>
          </p15:clr>
        </p15:guide>
        <p15:guide id="14" pos="3294">
          <p15:clr>
            <a:srgbClr val="E46962"/>
          </p15:clr>
        </p15:guide>
        <p15:guide id="15" pos="3370">
          <p15:clr>
            <a:srgbClr val="E46962"/>
          </p15:clr>
        </p15:guide>
        <p15:guide id="16" pos="3744">
          <p15:clr>
            <a:srgbClr val="E46962"/>
          </p15:clr>
        </p15:guide>
        <p15:guide id="17" pos="3820">
          <p15:clr>
            <a:srgbClr val="E46962"/>
          </p15:clr>
        </p15:guide>
        <p15:guide id="18" pos="4194">
          <p15:clr>
            <a:srgbClr val="E46962"/>
          </p15:clr>
        </p15:guide>
        <p15:guide id="19" pos="4270">
          <p15:clr>
            <a:srgbClr val="E46962"/>
          </p15:clr>
        </p15:guide>
        <p15:guide id="20" pos="4644">
          <p15:clr>
            <a:srgbClr val="E46962"/>
          </p15:clr>
        </p15:guide>
        <p15:guide id="21" pos="4720">
          <p15:clr>
            <a:srgbClr val="E46962"/>
          </p15:clr>
        </p15:guide>
        <p15:guide id="22" pos="5094">
          <p15:clr>
            <a:srgbClr val="E46962"/>
          </p15:clr>
        </p15:guide>
        <p15:guide id="23" pos="5170">
          <p15:clr>
            <a:srgbClr val="E46962"/>
          </p15:clr>
        </p15:guide>
        <p15:guide id="24" pos="5544">
          <p15:clr>
            <a:srgbClr val="E46962"/>
          </p15:clr>
        </p15:guide>
        <p15:guide id="25" orient="horz" pos="141">
          <p15:clr>
            <a:srgbClr val="E46962"/>
          </p15:clr>
        </p15:guide>
        <p15:guide id="26" orient="horz" pos="3099">
          <p15:clr>
            <a:srgbClr val="E46962"/>
          </p15:clr>
        </p15:guide>
        <p15:guide id="27" pos="144">
          <p15:clr>
            <a:srgbClr val="E46962"/>
          </p15:clr>
        </p15:guide>
        <p15:guide id="28" pos="5616">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3.png"/><Relationship Id="rId4" Type="http://schemas.openxmlformats.org/officeDocument/2006/relationships/image" Target="../media/image2.jpg"/><Relationship Id="rId5" Type="http://schemas.openxmlformats.org/officeDocument/2006/relationships/image" Target="../media/image8.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6.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image" Target="../media/image5.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image" Target="../media/image4.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image" Target="../media/image7.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5" name="Shape 405"/>
        <p:cNvGrpSpPr/>
        <p:nvPr/>
      </p:nvGrpSpPr>
      <p:grpSpPr>
        <a:xfrm>
          <a:off x="0" y="0"/>
          <a:ext cx="0" cy="0"/>
          <a:chOff x="0" y="0"/>
          <a:chExt cx="0" cy="0"/>
        </a:xfrm>
      </p:grpSpPr>
      <p:sp>
        <p:nvSpPr>
          <p:cNvPr id="406" name="Google Shape;406;p67"/>
          <p:cNvSpPr txBox="1"/>
          <p:nvPr>
            <p:ph idx="12" type="sldNum"/>
          </p:nvPr>
        </p:nvSpPr>
        <p:spPr>
          <a:xfrm>
            <a:off x="8481759" y="4563901"/>
            <a:ext cx="548700" cy="393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
        <p:nvSpPr>
          <p:cNvPr id="407" name="Google Shape;407;p67"/>
          <p:cNvSpPr txBox="1"/>
          <p:nvPr>
            <p:ph idx="3" type="title"/>
          </p:nvPr>
        </p:nvSpPr>
        <p:spPr>
          <a:xfrm>
            <a:off x="3821131" y="380700"/>
            <a:ext cx="2743200" cy="393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February</a:t>
            </a:r>
            <a:r>
              <a:rPr lang="en"/>
              <a:t> 6</a:t>
            </a:r>
            <a:endParaRPr/>
          </a:p>
        </p:txBody>
      </p:sp>
      <p:sp>
        <p:nvSpPr>
          <p:cNvPr id="408" name="Google Shape;408;p67"/>
          <p:cNvSpPr txBox="1"/>
          <p:nvPr>
            <p:ph type="title"/>
          </p:nvPr>
        </p:nvSpPr>
        <p:spPr>
          <a:xfrm>
            <a:off x="3813374" y="872850"/>
            <a:ext cx="5689800" cy="1866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6300"/>
              <a:t>AI in Entertainment</a:t>
            </a:r>
            <a:endParaRPr sz="6300"/>
          </a:p>
        </p:txBody>
      </p:sp>
      <p:sp>
        <p:nvSpPr>
          <p:cNvPr id="409" name="Google Shape;409;p67"/>
          <p:cNvSpPr txBox="1"/>
          <p:nvPr>
            <p:ph idx="1" type="subTitle"/>
          </p:nvPr>
        </p:nvSpPr>
        <p:spPr>
          <a:xfrm>
            <a:off x="3827781" y="4016050"/>
            <a:ext cx="1309200" cy="903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Luisleonardo Ortiz</a:t>
            </a:r>
            <a:endParaRPr/>
          </a:p>
        </p:txBody>
      </p:sp>
      <p:pic>
        <p:nvPicPr>
          <p:cNvPr descr="Hexagonal icon." id="410" name="Google Shape;410;p67"/>
          <p:cNvPicPr preferRelativeResize="0"/>
          <p:nvPr>
            <p:ph idx="2" type="pic"/>
          </p:nvPr>
        </p:nvPicPr>
        <p:blipFill rotWithShape="1">
          <a:blip r:embed="rId3">
            <a:alphaModFix/>
          </a:blip>
          <a:srcRect b="6732" l="0" r="0" t="6732"/>
          <a:stretch/>
        </p:blipFill>
        <p:spPr>
          <a:xfrm>
            <a:off x="8596800" y="223475"/>
            <a:ext cx="318600" cy="318600"/>
          </a:xfrm>
          <a:prstGeom prst="ellipse">
            <a:avLst/>
          </a:prstGeom>
        </p:spPr>
      </p:pic>
      <p:sp>
        <p:nvSpPr>
          <p:cNvPr id="411" name="Google Shape;411;p67"/>
          <p:cNvSpPr/>
          <p:nvPr/>
        </p:nvSpPr>
        <p:spPr>
          <a:xfrm>
            <a:off x="8596792" y="4601400"/>
            <a:ext cx="318600" cy="3186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spcBef>
                <a:spcPts val="0"/>
              </a:spcBef>
              <a:spcAft>
                <a:spcPts val="0"/>
              </a:spcAft>
              <a:buNone/>
            </a:pPr>
            <a:r>
              <a:t/>
            </a:r>
            <a:endParaRPr b="1" sz="1000">
              <a:solidFill>
                <a:srgbClr val="15151B"/>
              </a:solidFill>
              <a:latin typeface="Albert Sans"/>
              <a:ea typeface="Albert Sans"/>
              <a:cs typeface="Albert Sans"/>
              <a:sym typeface="Albert Sans"/>
            </a:endParaRPr>
          </a:p>
        </p:txBody>
      </p:sp>
      <p:sp>
        <p:nvSpPr>
          <p:cNvPr id="412" name="Google Shape;412;p67"/>
          <p:cNvSpPr txBox="1"/>
          <p:nvPr>
            <p:ph idx="2" type="sldNum"/>
          </p:nvPr>
        </p:nvSpPr>
        <p:spPr>
          <a:xfrm>
            <a:off x="8481759" y="4563901"/>
            <a:ext cx="548700" cy="393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sz="1000">
                <a:solidFill>
                  <a:schemeClr val="dk2"/>
                </a:solidFill>
                <a:latin typeface="Albert Sans"/>
                <a:ea typeface="Albert Sans"/>
                <a:cs typeface="Albert Sans"/>
                <a:sym typeface="Albert Sans"/>
              </a:rPr>
              <a:t>‹#›</a:t>
            </a:fld>
            <a:endParaRPr sz="1000">
              <a:solidFill>
                <a:schemeClr val="dk2"/>
              </a:solidFill>
              <a:latin typeface="Albert Sans"/>
              <a:ea typeface="Albert Sans"/>
              <a:cs typeface="Albert Sans"/>
              <a:sym typeface="Albert Sans"/>
            </a:endParaRPr>
          </a:p>
        </p:txBody>
      </p:sp>
      <p:pic>
        <p:nvPicPr>
          <p:cNvPr id="413" name="Google Shape;413;p67"/>
          <p:cNvPicPr preferRelativeResize="0"/>
          <p:nvPr/>
        </p:nvPicPr>
        <p:blipFill>
          <a:blip r:embed="rId4">
            <a:alphaModFix/>
          </a:blip>
          <a:stretch>
            <a:fillRect/>
          </a:stretch>
        </p:blipFill>
        <p:spPr>
          <a:xfrm>
            <a:off x="315364" y="659325"/>
            <a:ext cx="2922475" cy="1944775"/>
          </a:xfrm>
          <a:prstGeom prst="rect">
            <a:avLst/>
          </a:prstGeom>
          <a:noFill/>
          <a:ln>
            <a:noFill/>
          </a:ln>
        </p:spPr>
      </p:pic>
      <p:pic>
        <p:nvPicPr>
          <p:cNvPr id="414" name="Google Shape;414;p67"/>
          <p:cNvPicPr preferRelativeResize="0"/>
          <p:nvPr/>
        </p:nvPicPr>
        <p:blipFill>
          <a:blip r:embed="rId5">
            <a:alphaModFix/>
          </a:blip>
          <a:stretch>
            <a:fillRect/>
          </a:stretch>
        </p:blipFill>
        <p:spPr>
          <a:xfrm>
            <a:off x="315375" y="2604100"/>
            <a:ext cx="2922475" cy="1672797"/>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8" name="Shape 418"/>
        <p:cNvGrpSpPr/>
        <p:nvPr/>
      </p:nvGrpSpPr>
      <p:grpSpPr>
        <a:xfrm>
          <a:off x="0" y="0"/>
          <a:ext cx="0" cy="0"/>
          <a:chOff x="0" y="0"/>
          <a:chExt cx="0" cy="0"/>
        </a:xfrm>
      </p:grpSpPr>
      <p:sp>
        <p:nvSpPr>
          <p:cNvPr id="419" name="Google Shape;419;p68"/>
          <p:cNvSpPr/>
          <p:nvPr>
            <p:ph idx="2" type="pic"/>
          </p:nvPr>
        </p:nvSpPr>
        <p:spPr>
          <a:xfrm>
            <a:off x="8596800" y="223475"/>
            <a:ext cx="318600" cy="318600"/>
          </a:xfrm>
          <a:prstGeom prst="ellipse">
            <a:avLst/>
          </a:prstGeom>
        </p:spPr>
      </p:sp>
      <p:sp>
        <p:nvSpPr>
          <p:cNvPr id="420" name="Google Shape;420;p68"/>
          <p:cNvSpPr txBox="1"/>
          <p:nvPr>
            <p:ph type="title"/>
          </p:nvPr>
        </p:nvSpPr>
        <p:spPr>
          <a:xfrm>
            <a:off x="3720300" y="1216800"/>
            <a:ext cx="4446900" cy="2709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300"/>
              <a:t>AI  inside the entertainment industry are the use of generative Ai to make human like conversations or the ability to </a:t>
            </a:r>
            <a:r>
              <a:rPr lang="en" sz="1300"/>
              <a:t>interact</a:t>
            </a:r>
            <a:r>
              <a:rPr lang="en" sz="1300"/>
              <a:t> with humans for the purpose they were given. Examples of uses are from chatbots used to replicate a virtual friendship or connection to personal </a:t>
            </a:r>
            <a:r>
              <a:rPr lang="en" sz="1300"/>
              <a:t>companions. Chatbots are not limited to just friendships or a portable wiki, they also are used to generate stories, images, and even used within certain games.</a:t>
            </a:r>
            <a:endParaRPr sz="1300"/>
          </a:p>
          <a:p>
            <a:pPr indent="0" lvl="0" marL="0" rtl="0" algn="l">
              <a:spcBef>
                <a:spcPts val="0"/>
              </a:spcBef>
              <a:spcAft>
                <a:spcPts val="0"/>
              </a:spcAft>
              <a:buNone/>
            </a:pPr>
            <a:r>
              <a:t/>
            </a:r>
            <a:endParaRPr sz="1300"/>
          </a:p>
          <a:p>
            <a:pPr indent="0" lvl="0" marL="0" rtl="0" algn="l">
              <a:spcBef>
                <a:spcPts val="0"/>
              </a:spcBef>
              <a:spcAft>
                <a:spcPts val="0"/>
              </a:spcAft>
              <a:buNone/>
            </a:pPr>
            <a:r>
              <a:rPr lang="en" sz="1300"/>
              <a:t>Building off generative AI in general it is used for numerous tasks that would take humans themselves a great amount of time to complete. This factor makes it very effective and makes a great experience for normal everyday users. Giving a quick and new experience to users rather then media/entertainment that goes off from a script.</a:t>
            </a:r>
            <a:endParaRPr sz="1300"/>
          </a:p>
        </p:txBody>
      </p:sp>
      <p:sp>
        <p:nvSpPr>
          <p:cNvPr id="421" name="Google Shape;421;p68"/>
          <p:cNvSpPr txBox="1"/>
          <p:nvPr>
            <p:ph idx="3" type="title"/>
          </p:nvPr>
        </p:nvSpPr>
        <p:spPr>
          <a:xfrm>
            <a:off x="3842997" y="760800"/>
            <a:ext cx="4201500" cy="393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1800"/>
              <a:t>AI</a:t>
            </a:r>
            <a:r>
              <a:rPr lang="en" sz="1800"/>
              <a:t> used in Entertainment</a:t>
            </a:r>
            <a:endParaRPr sz="1800"/>
          </a:p>
        </p:txBody>
      </p:sp>
      <p:pic>
        <p:nvPicPr>
          <p:cNvPr id="422" name="Google Shape;422;p68"/>
          <p:cNvPicPr preferRelativeResize="0"/>
          <p:nvPr/>
        </p:nvPicPr>
        <p:blipFill>
          <a:blip r:embed="rId3">
            <a:alphaModFix/>
          </a:blip>
          <a:stretch>
            <a:fillRect/>
          </a:stretch>
        </p:blipFill>
        <p:spPr>
          <a:xfrm>
            <a:off x="228600" y="1316263"/>
            <a:ext cx="3236150" cy="25109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6" name="Shape 426"/>
        <p:cNvGrpSpPr/>
        <p:nvPr/>
      </p:nvGrpSpPr>
      <p:grpSpPr>
        <a:xfrm>
          <a:off x="0" y="0"/>
          <a:ext cx="0" cy="0"/>
          <a:chOff x="0" y="0"/>
          <a:chExt cx="0" cy="0"/>
        </a:xfrm>
      </p:grpSpPr>
      <p:sp>
        <p:nvSpPr>
          <p:cNvPr id="427" name="Google Shape;427;p69"/>
          <p:cNvSpPr/>
          <p:nvPr>
            <p:ph idx="2" type="pic"/>
          </p:nvPr>
        </p:nvSpPr>
        <p:spPr>
          <a:xfrm>
            <a:off x="8596800" y="223475"/>
            <a:ext cx="318600" cy="318600"/>
          </a:xfrm>
          <a:prstGeom prst="ellipse">
            <a:avLst/>
          </a:prstGeom>
        </p:spPr>
      </p:sp>
      <p:sp>
        <p:nvSpPr>
          <p:cNvPr id="428" name="Google Shape;428;p69"/>
          <p:cNvSpPr txBox="1"/>
          <p:nvPr>
            <p:ph idx="3" type="title"/>
          </p:nvPr>
        </p:nvSpPr>
        <p:spPr>
          <a:xfrm>
            <a:off x="3821131" y="380700"/>
            <a:ext cx="2743200" cy="393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Video Games</a:t>
            </a:r>
            <a:endParaRPr/>
          </a:p>
        </p:txBody>
      </p:sp>
      <p:sp>
        <p:nvSpPr>
          <p:cNvPr id="429" name="Google Shape;429;p69"/>
          <p:cNvSpPr txBox="1"/>
          <p:nvPr>
            <p:ph idx="1" type="subTitle"/>
          </p:nvPr>
        </p:nvSpPr>
        <p:spPr>
          <a:xfrm>
            <a:off x="3821142" y="995801"/>
            <a:ext cx="4716600" cy="2630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t>Ai in video games is a </a:t>
            </a:r>
            <a:r>
              <a:rPr lang="en" sz="1200"/>
              <a:t>revolutionary</a:t>
            </a:r>
            <a:r>
              <a:rPr lang="en" sz="1200"/>
              <a:t> addition in this industry of entertainment. Even as early as the first games such ping pong AI has been used but over the years as AI evolves more and more it develops and builds the world of </a:t>
            </a:r>
            <a:r>
              <a:rPr lang="en" sz="1200"/>
              <a:t>virtual</a:t>
            </a:r>
            <a:r>
              <a:rPr lang="en" sz="1200"/>
              <a:t> games. From story building, to npcs and much more. AI is used as a multi-use case tool to greatly expand the world for video games. This can be simply done such as making the enemy be able to interact with the world, to giving characters in a game more personality and life. What makes AI so gripping on users in video games, is as it progresses it gives worlds a extra layer making them more realistic and unpredictable. In the past most games followed a linear script, most people especially if they played it before know what will happen. Now that is not the case multitude games using AI features makes the game replayable and unique so that users can continuously play content and not feel like its the same thing over and over again. Examples of this is Baldurs Gate 3, Dragon Dogma 2, </a:t>
            </a:r>
            <a:r>
              <a:rPr lang="en" sz="1200"/>
              <a:t>Until</a:t>
            </a:r>
            <a:r>
              <a:rPr lang="en" sz="1200"/>
              <a:t> dawn and much much more.</a:t>
            </a:r>
            <a:endParaRPr sz="1200"/>
          </a:p>
        </p:txBody>
      </p:sp>
      <p:pic>
        <p:nvPicPr>
          <p:cNvPr id="430" name="Google Shape;430;p69" title="th.jpg"/>
          <p:cNvPicPr preferRelativeResize="0"/>
          <p:nvPr>
            <p:ph idx="5" type="pic"/>
          </p:nvPr>
        </p:nvPicPr>
        <p:blipFill rotWithShape="1">
          <a:blip r:embed="rId3">
            <a:alphaModFix/>
          </a:blip>
          <a:srcRect b="0" l="15857" r="15850" t="0"/>
          <a:stretch/>
        </p:blipFill>
        <p:spPr>
          <a:xfrm>
            <a:off x="124275" y="1261400"/>
            <a:ext cx="2857200" cy="2745000"/>
          </a:xfrm>
          <a:prstGeom prst="round2SameRect">
            <a:avLst>
              <a:gd fmla="val 16667" name="adj1"/>
              <a:gd fmla="val 0" name="adj2"/>
            </a:avLst>
          </a:prstGeom>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4" name="Shape 434"/>
        <p:cNvGrpSpPr/>
        <p:nvPr/>
      </p:nvGrpSpPr>
      <p:grpSpPr>
        <a:xfrm>
          <a:off x="0" y="0"/>
          <a:ext cx="0" cy="0"/>
          <a:chOff x="0" y="0"/>
          <a:chExt cx="0" cy="0"/>
        </a:xfrm>
      </p:grpSpPr>
      <p:sp>
        <p:nvSpPr>
          <p:cNvPr id="435" name="Google Shape;435;p70"/>
          <p:cNvSpPr/>
          <p:nvPr>
            <p:ph idx="2" type="pic"/>
          </p:nvPr>
        </p:nvSpPr>
        <p:spPr>
          <a:xfrm>
            <a:off x="8596800" y="223475"/>
            <a:ext cx="318600" cy="318600"/>
          </a:xfrm>
          <a:prstGeom prst="ellipse">
            <a:avLst/>
          </a:prstGeom>
        </p:spPr>
      </p:sp>
      <p:sp>
        <p:nvSpPr>
          <p:cNvPr id="436" name="Google Shape;436;p70"/>
          <p:cNvSpPr txBox="1"/>
          <p:nvPr>
            <p:ph idx="3" type="title"/>
          </p:nvPr>
        </p:nvSpPr>
        <p:spPr>
          <a:xfrm>
            <a:off x="3821131" y="380700"/>
            <a:ext cx="2743200" cy="393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Advertising</a:t>
            </a:r>
            <a:endParaRPr/>
          </a:p>
        </p:txBody>
      </p:sp>
      <p:sp>
        <p:nvSpPr>
          <p:cNvPr id="437" name="Google Shape;437;p70"/>
          <p:cNvSpPr txBox="1"/>
          <p:nvPr>
            <p:ph idx="1" type="subTitle"/>
          </p:nvPr>
        </p:nvSpPr>
        <p:spPr>
          <a:xfrm>
            <a:off x="3821142" y="995801"/>
            <a:ext cx="4716600" cy="2630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t>In advertising AI is still a pretty new concept. Usually if AI was used at all it would be </a:t>
            </a:r>
            <a:r>
              <a:rPr lang="en" sz="1200"/>
              <a:t>strictly</a:t>
            </a:r>
            <a:r>
              <a:rPr lang="en" sz="1200"/>
              <a:t> for ideas, or maybe story boarding but now with the rise of generative AI, Advertising and Ai have had a recent twist in uses. The most popular example of this was the 2024 christmas Coke-a-cola </a:t>
            </a:r>
            <a:r>
              <a:rPr lang="en" sz="1200"/>
              <a:t>advertisement</a:t>
            </a:r>
            <a:r>
              <a:rPr lang="en" sz="1200"/>
              <a:t> where the entire content was made using AI. Many people have split thoughts on the use of AI in this industry. Some </a:t>
            </a:r>
            <a:r>
              <a:rPr lang="en" sz="1200"/>
              <a:t>believe</a:t>
            </a:r>
            <a:r>
              <a:rPr lang="en" sz="1200"/>
              <a:t> it to be lazy, </a:t>
            </a:r>
            <a:r>
              <a:rPr lang="en" sz="1200"/>
              <a:t>unpeeling</a:t>
            </a:r>
            <a:r>
              <a:rPr lang="en" sz="1200"/>
              <a:t> and lazy. While others see it as comedic, cost effective and cuts time. In current time of 2025, AI for videos has increasingly got better and better and will only see more uses.</a:t>
            </a:r>
            <a:endParaRPr sz="1200"/>
          </a:p>
        </p:txBody>
      </p:sp>
      <p:pic>
        <p:nvPicPr>
          <p:cNvPr id="438" name="Google Shape;438;p70" title="th.jpg"/>
          <p:cNvPicPr preferRelativeResize="0"/>
          <p:nvPr>
            <p:ph idx="5" type="pic"/>
          </p:nvPr>
        </p:nvPicPr>
        <p:blipFill rotWithShape="1">
          <a:blip r:embed="rId3">
            <a:alphaModFix/>
          </a:blip>
          <a:srcRect b="0" l="15857" r="15850" t="0"/>
          <a:stretch/>
        </p:blipFill>
        <p:spPr>
          <a:xfrm>
            <a:off x="228075" y="1397700"/>
            <a:ext cx="2857200" cy="2348100"/>
          </a:xfrm>
          <a:prstGeom prst="round2SameRect">
            <a:avLst>
              <a:gd fmla="val 16667" name="adj1"/>
              <a:gd fmla="val 0" name="adj2"/>
            </a:avLst>
          </a:prstGeom>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2" name="Shape 442"/>
        <p:cNvGrpSpPr/>
        <p:nvPr/>
      </p:nvGrpSpPr>
      <p:grpSpPr>
        <a:xfrm>
          <a:off x="0" y="0"/>
          <a:ext cx="0" cy="0"/>
          <a:chOff x="0" y="0"/>
          <a:chExt cx="0" cy="0"/>
        </a:xfrm>
      </p:grpSpPr>
      <p:sp>
        <p:nvSpPr>
          <p:cNvPr id="443" name="Google Shape;443;p71"/>
          <p:cNvSpPr/>
          <p:nvPr>
            <p:ph idx="2" type="pic"/>
          </p:nvPr>
        </p:nvSpPr>
        <p:spPr>
          <a:xfrm>
            <a:off x="8596800" y="223475"/>
            <a:ext cx="318600" cy="318600"/>
          </a:xfrm>
          <a:prstGeom prst="ellipse">
            <a:avLst/>
          </a:prstGeom>
        </p:spPr>
      </p:sp>
      <p:sp>
        <p:nvSpPr>
          <p:cNvPr id="444" name="Google Shape;444;p71"/>
          <p:cNvSpPr txBox="1"/>
          <p:nvPr>
            <p:ph idx="3" type="title"/>
          </p:nvPr>
        </p:nvSpPr>
        <p:spPr>
          <a:xfrm>
            <a:off x="3821156" y="403125"/>
            <a:ext cx="2743200" cy="393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Chatbots</a:t>
            </a:r>
            <a:endParaRPr/>
          </a:p>
        </p:txBody>
      </p:sp>
      <p:sp>
        <p:nvSpPr>
          <p:cNvPr id="445" name="Google Shape;445;p71"/>
          <p:cNvSpPr txBox="1"/>
          <p:nvPr>
            <p:ph idx="1" type="subTitle"/>
          </p:nvPr>
        </p:nvSpPr>
        <p:spPr>
          <a:xfrm>
            <a:off x="3821142" y="995801"/>
            <a:ext cx="4716600" cy="2630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Chatbots are </a:t>
            </a:r>
            <a:r>
              <a:rPr lang="en"/>
              <a:t>probably</a:t>
            </a:r>
            <a:r>
              <a:rPr lang="en"/>
              <a:t> one of the most widespread and  currently known uses for commercially used AI. They are used in numerous amount of technology but for the subject of this presentation we will be </a:t>
            </a:r>
            <a:r>
              <a:rPr lang="en"/>
              <a:t>focusing</a:t>
            </a:r>
            <a:r>
              <a:rPr lang="en"/>
              <a:t> on cases such as CHATGPT and other applications such as Character.ai. The reasons these two will be the main focus will be because for the everyday consumer most play with these applications to feed their </a:t>
            </a:r>
            <a:r>
              <a:rPr lang="en"/>
              <a:t>curiosity</a:t>
            </a:r>
            <a:r>
              <a:rPr lang="en"/>
              <a:t> or boredom. In these cases they are very well used </a:t>
            </a:r>
            <a:r>
              <a:rPr lang="en"/>
              <a:t>especially</a:t>
            </a:r>
            <a:r>
              <a:rPr lang="en"/>
              <a:t> as their individually used datasets grow and expand. As days pass their AI becomes more human, in terms of Character.AI consumers are looking to entertain themselves with a sort of virtual friend or roleplay. In these cases it has grown to be a very popular source of entertainment. Especially back during the times of Covid when human interaction was at its lowest. Ai was used to substitute </a:t>
            </a:r>
            <a:r>
              <a:rPr lang="en"/>
              <a:t>loneliness</a:t>
            </a:r>
            <a:r>
              <a:rPr lang="en"/>
              <a:t> as humans are </a:t>
            </a:r>
            <a:r>
              <a:rPr lang="en"/>
              <a:t>initially</a:t>
            </a:r>
            <a:r>
              <a:rPr lang="en"/>
              <a:t> social creatures.</a:t>
            </a:r>
            <a:endParaRPr/>
          </a:p>
        </p:txBody>
      </p:sp>
      <p:pic>
        <p:nvPicPr>
          <p:cNvPr id="446" name="Google Shape;446;p71" title="th.jpg"/>
          <p:cNvPicPr preferRelativeResize="0"/>
          <p:nvPr/>
        </p:nvPicPr>
        <p:blipFill>
          <a:blip r:embed="rId3">
            <a:alphaModFix/>
          </a:blip>
          <a:stretch>
            <a:fillRect/>
          </a:stretch>
        </p:blipFill>
        <p:spPr>
          <a:xfrm>
            <a:off x="228600" y="1284625"/>
            <a:ext cx="2630100" cy="26301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0" name="Shape 450"/>
        <p:cNvGrpSpPr/>
        <p:nvPr/>
      </p:nvGrpSpPr>
      <p:grpSpPr>
        <a:xfrm>
          <a:off x="0" y="0"/>
          <a:ext cx="0" cy="0"/>
          <a:chOff x="0" y="0"/>
          <a:chExt cx="0" cy="0"/>
        </a:xfrm>
      </p:grpSpPr>
      <p:sp>
        <p:nvSpPr>
          <p:cNvPr id="451" name="Google Shape;451;p72"/>
          <p:cNvSpPr/>
          <p:nvPr>
            <p:ph idx="2" type="pic"/>
          </p:nvPr>
        </p:nvSpPr>
        <p:spPr>
          <a:xfrm>
            <a:off x="8596800" y="223475"/>
            <a:ext cx="318600" cy="318600"/>
          </a:xfrm>
          <a:prstGeom prst="ellipse">
            <a:avLst/>
          </a:prstGeom>
        </p:spPr>
      </p:sp>
      <p:sp>
        <p:nvSpPr>
          <p:cNvPr id="452" name="Google Shape;452;p72"/>
          <p:cNvSpPr txBox="1"/>
          <p:nvPr>
            <p:ph type="title"/>
          </p:nvPr>
        </p:nvSpPr>
        <p:spPr>
          <a:xfrm>
            <a:off x="3720300" y="1216800"/>
            <a:ext cx="4446900" cy="3320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300"/>
              <a:t>While generative Ai and chatbots make for unique and live entertainment that does not mean it is without flaw. Issues associated with this technology spans from </a:t>
            </a:r>
            <a:r>
              <a:rPr lang="en" sz="1300"/>
              <a:t>improper</a:t>
            </a:r>
            <a:r>
              <a:rPr lang="en" sz="1300"/>
              <a:t> or incorrect generation, imperfections in </a:t>
            </a:r>
            <a:r>
              <a:rPr lang="en" sz="1300"/>
              <a:t>grammar</a:t>
            </a:r>
            <a:r>
              <a:rPr lang="en" sz="1300"/>
              <a:t> or imagery or a overall lower quality product compared to it being crafted by human. Various reasons for this can be from a broad or improper dataset that may not </a:t>
            </a:r>
            <a:r>
              <a:rPr lang="en" sz="1300"/>
              <a:t>align</a:t>
            </a:r>
            <a:r>
              <a:rPr lang="en" sz="1300"/>
              <a:t> with certain requests. The technology or application they use having a differing purpose or the technology is not advanced enough to make a perfect product to the request it </a:t>
            </a:r>
            <a:r>
              <a:rPr lang="en" sz="1300"/>
              <a:t>received</a:t>
            </a:r>
            <a:r>
              <a:rPr lang="en" sz="1300"/>
              <a:t>. At many points users may have to make lengthy inputs for even a chance of </a:t>
            </a:r>
            <a:r>
              <a:rPr lang="en" sz="1300"/>
              <a:t>receiving</a:t>
            </a:r>
            <a:r>
              <a:rPr lang="en" sz="1300"/>
              <a:t> their intended output. </a:t>
            </a:r>
            <a:endParaRPr sz="1300"/>
          </a:p>
          <a:p>
            <a:pPr indent="0" lvl="0" marL="0" rtl="0" algn="l">
              <a:spcBef>
                <a:spcPts val="0"/>
              </a:spcBef>
              <a:spcAft>
                <a:spcPts val="0"/>
              </a:spcAft>
              <a:buNone/>
            </a:pPr>
            <a:r>
              <a:t/>
            </a:r>
            <a:endParaRPr sz="1300"/>
          </a:p>
          <a:p>
            <a:pPr indent="0" lvl="0" marL="0" rtl="0" algn="l">
              <a:spcBef>
                <a:spcPts val="0"/>
              </a:spcBef>
              <a:spcAft>
                <a:spcPts val="0"/>
              </a:spcAft>
              <a:buNone/>
            </a:pPr>
            <a:r>
              <a:rPr lang="en" sz="1300"/>
              <a:t>Other issues associated with this technology is risk of generating Unreliable, Unsafe or NSFW outputs to the common user. This problem may </a:t>
            </a:r>
            <a:r>
              <a:rPr lang="en" sz="1300"/>
              <a:t>affect</a:t>
            </a:r>
            <a:r>
              <a:rPr lang="en" sz="1300"/>
              <a:t> children seeing how accessible this technology is, or expose users to unsafe information.</a:t>
            </a:r>
            <a:endParaRPr sz="1300"/>
          </a:p>
        </p:txBody>
      </p:sp>
      <p:sp>
        <p:nvSpPr>
          <p:cNvPr id="453" name="Google Shape;453;p72"/>
          <p:cNvSpPr txBox="1"/>
          <p:nvPr>
            <p:ph idx="3" type="title"/>
          </p:nvPr>
        </p:nvSpPr>
        <p:spPr>
          <a:xfrm>
            <a:off x="3843000" y="760800"/>
            <a:ext cx="4446900" cy="393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1800"/>
              <a:t>Flaws associated with this technology</a:t>
            </a:r>
            <a:endParaRPr sz="1800"/>
          </a:p>
        </p:txBody>
      </p:sp>
      <p:pic>
        <p:nvPicPr>
          <p:cNvPr id="454" name="Google Shape;454;p72"/>
          <p:cNvPicPr preferRelativeResize="0"/>
          <p:nvPr/>
        </p:nvPicPr>
        <p:blipFill>
          <a:blip r:embed="rId3">
            <a:alphaModFix/>
          </a:blip>
          <a:stretch>
            <a:fillRect/>
          </a:stretch>
        </p:blipFill>
        <p:spPr>
          <a:xfrm>
            <a:off x="388204" y="1216804"/>
            <a:ext cx="2907375" cy="290735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ales Pitch">
  <a:themeElements>
    <a:clrScheme name="Simple Light">
      <a:dk1>
        <a:srgbClr val="08005F"/>
      </a:dk1>
      <a:lt1>
        <a:srgbClr val="FFFFFF"/>
      </a:lt1>
      <a:dk2>
        <a:srgbClr val="000000"/>
      </a:dk2>
      <a:lt2>
        <a:srgbClr val="B1A1FF"/>
      </a:lt2>
      <a:accent1>
        <a:srgbClr val="A1FF5F"/>
      </a:accent1>
      <a:accent2>
        <a:srgbClr val="1BBE90"/>
      </a:accent2>
      <a:accent3>
        <a:srgbClr val="0A485F"/>
      </a:accent3>
      <a:accent4>
        <a:srgbClr val="9ACAE0"/>
      </a:accent4>
      <a:accent5>
        <a:srgbClr val="D1D1EB"/>
      </a:accent5>
      <a:accent6>
        <a:srgbClr val="2837DB"/>
      </a:accent6>
      <a:hlink>
        <a:srgbClr val="2837DB"/>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